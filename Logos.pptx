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1" r:id="rId2"/>
    <p:sldId id="274" r:id="rId3"/>
    <p:sldId id="276" r:id="rId4"/>
    <p:sldId id="267" r:id="rId5"/>
    <p:sldId id="270" r:id="rId6"/>
    <p:sldId id="269" r:id="rId7"/>
    <p:sldId id="279" r:id="rId8"/>
    <p:sldId id="277" r:id="rId9"/>
    <p:sldId id="278" r:id="rId10"/>
    <p:sldId id="275" r:id="rId11"/>
    <p:sldId id="272" r:id="rId1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B050"/>
    <a:srgbClr val="00B000"/>
    <a:srgbClr val="6699FF"/>
    <a:srgbClr val="FBFFF1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4660"/>
  </p:normalViewPr>
  <p:slideViewPr>
    <p:cSldViewPr snapToGrid="0">
      <p:cViewPr varScale="1">
        <p:scale>
          <a:sx n="48" d="100"/>
          <a:sy n="48" d="100"/>
        </p:scale>
        <p:origin x="80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376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82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07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00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69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8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4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1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20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44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83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553D6-848F-49BB-A856-421FA267D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9B4F9-3390-418F-B781-A7CEDA82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26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6FDCE9-2C72-4352-5B3F-82792167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7FC5A631-1B94-15BD-6CE2-0DEA8A6A9CB0}"/>
              </a:ext>
            </a:extLst>
          </p:cNvPr>
          <p:cNvGrpSpPr>
            <a:grpSpLocks noChangeAspect="1"/>
          </p:cNvGrpSpPr>
          <p:nvPr/>
        </p:nvGrpSpPr>
        <p:grpSpPr>
          <a:xfrm>
            <a:off x="5049361" y="1448884"/>
            <a:ext cx="7901940" cy="7901994"/>
            <a:chOff x="3484334" y="817334"/>
            <a:chExt cx="5223331" cy="522333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C428D38F-71AB-B47C-F225-17448633E0E3}"/>
                </a:ext>
              </a:extLst>
            </p:cNvPr>
            <p:cNvSpPr/>
            <p:nvPr/>
          </p:nvSpPr>
          <p:spPr>
            <a:xfrm>
              <a:off x="4054538" y="4030174"/>
              <a:ext cx="357106" cy="415064"/>
            </a:xfrm>
            <a:custGeom>
              <a:avLst/>
              <a:gdLst>
                <a:gd name="connsiteX0" fmla="*/ 1382 w 619467"/>
                <a:gd name="connsiteY0" fmla="*/ 350023 h 696886"/>
                <a:gd name="connsiteX1" fmla="*/ 3455 w 619467"/>
                <a:gd name="connsiteY1" fmla="*/ 2468 h 696886"/>
                <a:gd name="connsiteX2" fmla="*/ 213508 w 619467"/>
                <a:gd name="connsiteY2" fmla="*/ 395 h 696886"/>
                <a:gd name="connsiteX3" fmla="*/ 464328 w 619467"/>
                <a:gd name="connsiteY3" fmla="*/ 9377 h 696886"/>
                <a:gd name="connsiteX4" fmla="*/ 605975 w 619467"/>
                <a:gd name="connsiteY4" fmla="*/ 133751 h 696886"/>
                <a:gd name="connsiteX5" fmla="*/ 603902 w 619467"/>
                <a:gd name="connsiteY5" fmla="*/ 359005 h 696886"/>
                <a:gd name="connsiteX6" fmla="*/ 512004 w 619467"/>
                <a:gd name="connsiteY6" fmla="*/ 460577 h 696886"/>
                <a:gd name="connsiteX7" fmla="*/ 368284 w 619467"/>
                <a:gd name="connsiteY7" fmla="*/ 481306 h 696886"/>
                <a:gd name="connsiteX8" fmla="*/ 255657 w 619467"/>
                <a:gd name="connsiteY8" fmla="*/ 484069 h 696886"/>
                <a:gd name="connsiteX9" fmla="*/ 255657 w 619467"/>
                <a:gd name="connsiteY9" fmla="*/ 590478 h 696886"/>
                <a:gd name="connsiteX10" fmla="*/ 255657 w 619467"/>
                <a:gd name="connsiteY10" fmla="*/ 696886 h 696886"/>
                <a:gd name="connsiteX11" fmla="*/ 127828 w 619467"/>
                <a:gd name="connsiteY11" fmla="*/ 696886 h 696886"/>
                <a:gd name="connsiteX12" fmla="*/ 0 w 619467"/>
                <a:gd name="connsiteY12" fmla="*/ 696886 h 696886"/>
                <a:gd name="connsiteX13" fmla="*/ 1382 w 619467"/>
                <a:gd name="connsiteY13" fmla="*/ 350023 h 696886"/>
                <a:gd name="connsiteX14" fmla="*/ 348937 w 619467"/>
                <a:gd name="connsiteY14" fmla="*/ 271943 h 696886"/>
                <a:gd name="connsiteX15" fmla="*/ 348937 w 619467"/>
                <a:gd name="connsiteY15" fmla="*/ 216666 h 696886"/>
                <a:gd name="connsiteX16" fmla="*/ 293660 w 619467"/>
                <a:gd name="connsiteY16" fmla="*/ 199392 h 696886"/>
                <a:gd name="connsiteX17" fmla="*/ 255657 w 619467"/>
                <a:gd name="connsiteY17" fmla="*/ 199392 h 696886"/>
                <a:gd name="connsiteX18" fmla="*/ 255657 w 619467"/>
                <a:gd name="connsiteY18" fmla="*/ 244305 h 696886"/>
                <a:gd name="connsiteX19" fmla="*/ 255657 w 619467"/>
                <a:gd name="connsiteY19" fmla="*/ 289218 h 696886"/>
                <a:gd name="connsiteX20" fmla="*/ 293660 w 619467"/>
                <a:gd name="connsiteY20" fmla="*/ 289218 h 696886"/>
                <a:gd name="connsiteX21" fmla="*/ 348937 w 619467"/>
                <a:gd name="connsiteY21" fmla="*/ 271943 h 69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9467" h="696886">
                  <a:moveTo>
                    <a:pt x="1382" y="350023"/>
                  </a:moveTo>
                  <a:lnTo>
                    <a:pt x="3455" y="2468"/>
                  </a:lnTo>
                  <a:lnTo>
                    <a:pt x="213508" y="395"/>
                  </a:lnTo>
                  <a:cubicBezTo>
                    <a:pt x="382103" y="-987"/>
                    <a:pt x="431852" y="1086"/>
                    <a:pt x="464328" y="9377"/>
                  </a:cubicBezTo>
                  <a:cubicBezTo>
                    <a:pt x="533424" y="26651"/>
                    <a:pt x="574882" y="63272"/>
                    <a:pt x="605975" y="133751"/>
                  </a:cubicBezTo>
                  <a:cubicBezTo>
                    <a:pt x="624631" y="176591"/>
                    <a:pt x="623940" y="316165"/>
                    <a:pt x="603902" y="359005"/>
                  </a:cubicBezTo>
                  <a:cubicBezTo>
                    <a:pt x="584555" y="400463"/>
                    <a:pt x="551389" y="437775"/>
                    <a:pt x="512004" y="460577"/>
                  </a:cubicBezTo>
                  <a:cubicBezTo>
                    <a:pt x="481602" y="478542"/>
                    <a:pt x="475383" y="479233"/>
                    <a:pt x="368284" y="481306"/>
                  </a:cubicBezTo>
                  <a:lnTo>
                    <a:pt x="255657" y="484069"/>
                  </a:lnTo>
                  <a:lnTo>
                    <a:pt x="255657" y="590478"/>
                  </a:lnTo>
                  <a:lnTo>
                    <a:pt x="255657" y="696886"/>
                  </a:lnTo>
                  <a:lnTo>
                    <a:pt x="127828" y="696886"/>
                  </a:lnTo>
                  <a:lnTo>
                    <a:pt x="0" y="696886"/>
                  </a:lnTo>
                  <a:lnTo>
                    <a:pt x="1382" y="350023"/>
                  </a:lnTo>
                  <a:close/>
                  <a:moveTo>
                    <a:pt x="348937" y="271943"/>
                  </a:moveTo>
                  <a:cubicBezTo>
                    <a:pt x="370357" y="250524"/>
                    <a:pt x="370357" y="238086"/>
                    <a:pt x="348937" y="216666"/>
                  </a:cubicBezTo>
                  <a:cubicBezTo>
                    <a:pt x="335117" y="202156"/>
                    <a:pt x="325444" y="199392"/>
                    <a:pt x="293660" y="199392"/>
                  </a:cubicBezTo>
                  <a:lnTo>
                    <a:pt x="255657" y="199392"/>
                  </a:lnTo>
                  <a:lnTo>
                    <a:pt x="255657" y="244305"/>
                  </a:lnTo>
                  <a:lnTo>
                    <a:pt x="255657" y="289218"/>
                  </a:lnTo>
                  <a:lnTo>
                    <a:pt x="293660" y="289218"/>
                  </a:lnTo>
                  <a:cubicBezTo>
                    <a:pt x="325444" y="289218"/>
                    <a:pt x="335117" y="286454"/>
                    <a:pt x="348937" y="271943"/>
                  </a:cubicBez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9AA90AA6-0670-3C77-00B7-3794A077E16F}"/>
                </a:ext>
              </a:extLst>
            </p:cNvPr>
            <p:cNvSpPr/>
            <p:nvPr/>
          </p:nvSpPr>
          <p:spPr>
            <a:xfrm>
              <a:off x="4512609" y="4028764"/>
              <a:ext cx="390354" cy="416476"/>
            </a:xfrm>
            <a:custGeom>
              <a:avLst/>
              <a:gdLst>
                <a:gd name="connsiteX0" fmla="*/ 0 w 677144"/>
                <a:gd name="connsiteY0" fmla="*/ 349628 h 699255"/>
                <a:gd name="connsiteX1" fmla="*/ 0 w 677144"/>
                <a:gd name="connsiteY1" fmla="*/ 0 h 699255"/>
                <a:gd name="connsiteX2" fmla="*/ 250820 w 677144"/>
                <a:gd name="connsiteY2" fmla="*/ 2764 h 699255"/>
                <a:gd name="connsiteX3" fmla="*/ 596302 w 677144"/>
                <a:gd name="connsiteY3" fmla="*/ 56659 h 699255"/>
                <a:gd name="connsiteX4" fmla="*/ 661943 w 677144"/>
                <a:gd name="connsiteY4" fmla="*/ 201761 h 699255"/>
                <a:gd name="connsiteX5" fmla="*/ 581101 w 677144"/>
                <a:gd name="connsiteY5" fmla="*/ 400759 h 699255"/>
                <a:gd name="connsiteX6" fmla="*/ 554153 w 677144"/>
                <a:gd name="connsiteY6" fmla="*/ 420106 h 699255"/>
                <a:gd name="connsiteX7" fmla="*/ 615649 w 677144"/>
                <a:gd name="connsiteY7" fmla="*/ 534115 h 699255"/>
                <a:gd name="connsiteX8" fmla="*/ 677144 w 677144"/>
                <a:gd name="connsiteY8" fmla="*/ 673690 h 699255"/>
                <a:gd name="connsiteX9" fmla="*/ 677144 w 677144"/>
                <a:gd name="connsiteY9" fmla="*/ 699255 h 699255"/>
                <a:gd name="connsiteX10" fmla="*/ 540334 w 677144"/>
                <a:gd name="connsiteY10" fmla="*/ 699255 h 699255"/>
                <a:gd name="connsiteX11" fmla="*/ 402832 w 677144"/>
                <a:gd name="connsiteY11" fmla="*/ 699255 h 699255"/>
                <a:gd name="connsiteX12" fmla="*/ 345482 w 677144"/>
                <a:gd name="connsiteY12" fmla="*/ 578337 h 699255"/>
                <a:gd name="connsiteX13" fmla="*/ 270167 w 677144"/>
                <a:gd name="connsiteY13" fmla="*/ 458800 h 699255"/>
                <a:gd name="connsiteX14" fmla="*/ 252202 w 677144"/>
                <a:gd name="connsiteY14" fmla="*/ 460873 h 699255"/>
                <a:gd name="connsiteX15" fmla="*/ 250129 w 677144"/>
                <a:gd name="connsiteY15" fmla="*/ 580410 h 699255"/>
                <a:gd name="connsiteX16" fmla="*/ 248747 w 677144"/>
                <a:gd name="connsiteY16" fmla="*/ 699255 h 699255"/>
                <a:gd name="connsiteX17" fmla="*/ 124373 w 677144"/>
                <a:gd name="connsiteY17" fmla="*/ 699255 h 699255"/>
                <a:gd name="connsiteX18" fmla="*/ 0 w 677144"/>
                <a:gd name="connsiteY18" fmla="*/ 699255 h 699255"/>
                <a:gd name="connsiteX19" fmla="*/ 0 w 677144"/>
                <a:gd name="connsiteY19" fmla="*/ 349628 h 699255"/>
                <a:gd name="connsiteX20" fmla="*/ 386940 w 677144"/>
                <a:gd name="connsiteY20" fmla="*/ 257039 h 699255"/>
                <a:gd name="connsiteX21" fmla="*/ 385558 w 677144"/>
                <a:gd name="connsiteY21" fmla="*/ 208671 h 699255"/>
                <a:gd name="connsiteX22" fmla="*/ 309552 w 677144"/>
                <a:gd name="connsiteY22" fmla="*/ 194852 h 699255"/>
                <a:gd name="connsiteX23" fmla="*/ 248747 w 677144"/>
                <a:gd name="connsiteY23" fmla="*/ 194852 h 699255"/>
                <a:gd name="connsiteX24" fmla="*/ 248747 w 677144"/>
                <a:gd name="connsiteY24" fmla="*/ 232855 h 699255"/>
                <a:gd name="connsiteX25" fmla="*/ 248747 w 677144"/>
                <a:gd name="connsiteY25" fmla="*/ 270858 h 699255"/>
                <a:gd name="connsiteX26" fmla="*/ 310934 w 677144"/>
                <a:gd name="connsiteY26" fmla="*/ 270858 h 699255"/>
                <a:gd name="connsiteX27" fmla="*/ 386940 w 677144"/>
                <a:gd name="connsiteY27" fmla="*/ 257039 h 6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7144" h="699255">
                  <a:moveTo>
                    <a:pt x="0" y="349628"/>
                  </a:moveTo>
                  <a:lnTo>
                    <a:pt x="0" y="0"/>
                  </a:lnTo>
                  <a:lnTo>
                    <a:pt x="250820" y="2764"/>
                  </a:lnTo>
                  <a:cubicBezTo>
                    <a:pt x="532042" y="6219"/>
                    <a:pt x="539643" y="7601"/>
                    <a:pt x="596302" y="56659"/>
                  </a:cubicBezTo>
                  <a:cubicBezTo>
                    <a:pt x="634305" y="90517"/>
                    <a:pt x="657107" y="141648"/>
                    <a:pt x="661943" y="201761"/>
                  </a:cubicBezTo>
                  <a:cubicBezTo>
                    <a:pt x="668162" y="290896"/>
                    <a:pt x="641214" y="357228"/>
                    <a:pt x="581101" y="400759"/>
                  </a:cubicBezTo>
                  <a:lnTo>
                    <a:pt x="554153" y="420106"/>
                  </a:lnTo>
                  <a:lnTo>
                    <a:pt x="615649" y="534115"/>
                  </a:lnTo>
                  <a:cubicBezTo>
                    <a:pt x="660561" y="617721"/>
                    <a:pt x="676453" y="654343"/>
                    <a:pt x="677144" y="673690"/>
                  </a:cubicBezTo>
                  <a:lnTo>
                    <a:pt x="677144" y="699255"/>
                  </a:lnTo>
                  <a:lnTo>
                    <a:pt x="540334" y="699255"/>
                  </a:lnTo>
                  <a:lnTo>
                    <a:pt x="402832" y="699255"/>
                  </a:lnTo>
                  <a:lnTo>
                    <a:pt x="345482" y="578337"/>
                  </a:lnTo>
                  <a:cubicBezTo>
                    <a:pt x="290896" y="464328"/>
                    <a:pt x="286750" y="456727"/>
                    <a:pt x="270167" y="458800"/>
                  </a:cubicBezTo>
                  <a:lnTo>
                    <a:pt x="252202" y="460873"/>
                  </a:lnTo>
                  <a:lnTo>
                    <a:pt x="250129" y="580410"/>
                  </a:lnTo>
                  <a:lnTo>
                    <a:pt x="248747" y="699255"/>
                  </a:lnTo>
                  <a:lnTo>
                    <a:pt x="124373" y="699255"/>
                  </a:lnTo>
                  <a:lnTo>
                    <a:pt x="0" y="699255"/>
                  </a:lnTo>
                  <a:lnTo>
                    <a:pt x="0" y="349628"/>
                  </a:lnTo>
                  <a:close/>
                  <a:moveTo>
                    <a:pt x="386940" y="257039"/>
                  </a:moveTo>
                  <a:cubicBezTo>
                    <a:pt x="404905" y="239074"/>
                    <a:pt x="404214" y="226636"/>
                    <a:pt x="385558" y="208671"/>
                  </a:cubicBezTo>
                  <a:cubicBezTo>
                    <a:pt x="373120" y="196925"/>
                    <a:pt x="361374" y="194852"/>
                    <a:pt x="309552" y="194852"/>
                  </a:cubicBezTo>
                  <a:lnTo>
                    <a:pt x="248747" y="194852"/>
                  </a:lnTo>
                  <a:lnTo>
                    <a:pt x="248747" y="232855"/>
                  </a:lnTo>
                  <a:lnTo>
                    <a:pt x="248747" y="270858"/>
                  </a:lnTo>
                  <a:lnTo>
                    <a:pt x="310934" y="270858"/>
                  </a:lnTo>
                  <a:cubicBezTo>
                    <a:pt x="364138" y="270858"/>
                    <a:pt x="375193" y="268785"/>
                    <a:pt x="386940" y="257039"/>
                  </a:cubicBez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4D38D4CE-CE97-CD9D-9B3E-7674CBFA493F}"/>
                </a:ext>
              </a:extLst>
            </p:cNvPr>
            <p:cNvSpPr/>
            <p:nvPr/>
          </p:nvSpPr>
          <p:spPr>
            <a:xfrm>
              <a:off x="4966694" y="4029587"/>
              <a:ext cx="438153" cy="415653"/>
            </a:xfrm>
            <a:custGeom>
              <a:avLst/>
              <a:gdLst>
                <a:gd name="connsiteX0" fmla="*/ 0 w 760060"/>
                <a:gd name="connsiteY0" fmla="*/ 671616 h 697873"/>
                <a:gd name="connsiteX1" fmla="*/ 110554 w 760060"/>
                <a:gd name="connsiteY1" fmla="*/ 341336 h 697873"/>
                <a:gd name="connsiteX2" fmla="*/ 228709 w 760060"/>
                <a:gd name="connsiteY2" fmla="*/ 18656 h 697873"/>
                <a:gd name="connsiteX3" fmla="*/ 237000 w 760060"/>
                <a:gd name="connsiteY3" fmla="*/ 0 h 697873"/>
                <a:gd name="connsiteX4" fmla="*/ 378648 w 760060"/>
                <a:gd name="connsiteY4" fmla="*/ 1382 h 697873"/>
                <a:gd name="connsiteX5" fmla="*/ 520296 w 760060"/>
                <a:gd name="connsiteY5" fmla="*/ 3455 h 697873"/>
                <a:gd name="connsiteX6" fmla="*/ 640523 w 760060"/>
                <a:gd name="connsiteY6" fmla="*/ 331663 h 697873"/>
                <a:gd name="connsiteX7" fmla="*/ 760060 w 760060"/>
                <a:gd name="connsiteY7" fmla="*/ 678526 h 697873"/>
                <a:gd name="connsiteX8" fmla="*/ 760060 w 760060"/>
                <a:gd name="connsiteY8" fmla="*/ 697873 h 697873"/>
                <a:gd name="connsiteX9" fmla="*/ 627395 w 760060"/>
                <a:gd name="connsiteY9" fmla="*/ 696492 h 697873"/>
                <a:gd name="connsiteX10" fmla="*/ 494730 w 760060"/>
                <a:gd name="connsiteY10" fmla="*/ 694419 h 697873"/>
                <a:gd name="connsiteX11" fmla="*/ 481602 w 760060"/>
                <a:gd name="connsiteY11" fmla="*/ 651579 h 697873"/>
                <a:gd name="connsiteX12" fmla="*/ 468473 w 760060"/>
                <a:gd name="connsiteY12" fmla="*/ 608048 h 697873"/>
                <a:gd name="connsiteX13" fmla="*/ 373120 w 760060"/>
                <a:gd name="connsiteY13" fmla="*/ 608048 h 697873"/>
                <a:gd name="connsiteX14" fmla="*/ 277768 w 760060"/>
                <a:gd name="connsiteY14" fmla="*/ 608048 h 697873"/>
                <a:gd name="connsiteX15" fmla="*/ 265330 w 760060"/>
                <a:gd name="connsiteY15" fmla="*/ 652961 h 697873"/>
                <a:gd name="connsiteX16" fmla="*/ 252202 w 760060"/>
                <a:gd name="connsiteY16" fmla="*/ 697873 h 697873"/>
                <a:gd name="connsiteX17" fmla="*/ 126446 w 760060"/>
                <a:gd name="connsiteY17" fmla="*/ 697873 h 697873"/>
                <a:gd name="connsiteX18" fmla="*/ 0 w 760060"/>
                <a:gd name="connsiteY18" fmla="*/ 697873 h 697873"/>
                <a:gd name="connsiteX19" fmla="*/ 0 w 760060"/>
                <a:gd name="connsiteY19" fmla="*/ 671616 h 697873"/>
                <a:gd name="connsiteX20" fmla="*/ 407669 w 760060"/>
                <a:gd name="connsiteY20" fmla="*/ 410433 h 697873"/>
                <a:gd name="connsiteX21" fmla="*/ 373120 w 760060"/>
                <a:gd name="connsiteY21" fmla="*/ 301951 h 697873"/>
                <a:gd name="connsiteX22" fmla="*/ 338572 w 760060"/>
                <a:gd name="connsiteY22" fmla="*/ 410433 h 697873"/>
                <a:gd name="connsiteX23" fmla="*/ 373120 w 760060"/>
                <a:gd name="connsiteY23" fmla="*/ 414578 h 697873"/>
                <a:gd name="connsiteX24" fmla="*/ 407669 w 760060"/>
                <a:gd name="connsiteY24" fmla="*/ 410433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0060" h="697873">
                  <a:moveTo>
                    <a:pt x="0" y="671616"/>
                  </a:moveTo>
                  <a:cubicBezTo>
                    <a:pt x="0" y="655034"/>
                    <a:pt x="40076" y="534806"/>
                    <a:pt x="110554" y="341336"/>
                  </a:cubicBezTo>
                  <a:cubicBezTo>
                    <a:pt x="171359" y="174814"/>
                    <a:pt x="224563" y="29711"/>
                    <a:pt x="228709" y="18656"/>
                  </a:cubicBezTo>
                  <a:lnTo>
                    <a:pt x="237000" y="0"/>
                  </a:lnTo>
                  <a:lnTo>
                    <a:pt x="378648" y="1382"/>
                  </a:lnTo>
                  <a:lnTo>
                    <a:pt x="520296" y="3455"/>
                  </a:lnTo>
                  <a:lnTo>
                    <a:pt x="640523" y="331663"/>
                  </a:lnTo>
                  <a:cubicBezTo>
                    <a:pt x="706165" y="512004"/>
                    <a:pt x="760060" y="668162"/>
                    <a:pt x="760060" y="678526"/>
                  </a:cubicBezTo>
                  <a:lnTo>
                    <a:pt x="760060" y="697873"/>
                  </a:lnTo>
                  <a:lnTo>
                    <a:pt x="627395" y="696492"/>
                  </a:lnTo>
                  <a:lnTo>
                    <a:pt x="494730" y="694419"/>
                  </a:lnTo>
                  <a:lnTo>
                    <a:pt x="481602" y="651579"/>
                  </a:lnTo>
                  <a:lnTo>
                    <a:pt x="468473" y="608048"/>
                  </a:lnTo>
                  <a:lnTo>
                    <a:pt x="373120" y="608048"/>
                  </a:lnTo>
                  <a:lnTo>
                    <a:pt x="277768" y="608048"/>
                  </a:lnTo>
                  <a:lnTo>
                    <a:pt x="265330" y="652961"/>
                  </a:lnTo>
                  <a:lnTo>
                    <a:pt x="252202" y="697873"/>
                  </a:lnTo>
                  <a:lnTo>
                    <a:pt x="126446" y="697873"/>
                  </a:lnTo>
                  <a:lnTo>
                    <a:pt x="0" y="697873"/>
                  </a:lnTo>
                  <a:lnTo>
                    <a:pt x="0" y="671616"/>
                  </a:lnTo>
                  <a:close/>
                  <a:moveTo>
                    <a:pt x="407669" y="410433"/>
                  </a:moveTo>
                  <a:cubicBezTo>
                    <a:pt x="407669" y="393849"/>
                    <a:pt x="376575" y="297805"/>
                    <a:pt x="373120" y="301951"/>
                  </a:cubicBezTo>
                  <a:cubicBezTo>
                    <a:pt x="368284" y="306788"/>
                    <a:pt x="338572" y="401450"/>
                    <a:pt x="338572" y="410433"/>
                  </a:cubicBezTo>
                  <a:cubicBezTo>
                    <a:pt x="338572" y="412505"/>
                    <a:pt x="354464" y="414578"/>
                    <a:pt x="373120" y="414578"/>
                  </a:cubicBezTo>
                  <a:cubicBezTo>
                    <a:pt x="392467" y="414578"/>
                    <a:pt x="407669" y="412505"/>
                    <a:pt x="407669" y="410433"/>
                  </a:cubicBez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7C03C96F-CD6F-CDFE-7ADB-4C97659D49E5}"/>
                </a:ext>
              </a:extLst>
            </p:cNvPr>
            <p:cNvSpPr/>
            <p:nvPr/>
          </p:nvSpPr>
          <p:spPr>
            <a:xfrm>
              <a:off x="5456630" y="4029587"/>
              <a:ext cx="394736" cy="415653"/>
            </a:xfrm>
            <a:custGeom>
              <a:avLst/>
              <a:gdLst>
                <a:gd name="connsiteX0" fmla="*/ 214199 w 684744"/>
                <a:gd name="connsiteY0" fmla="*/ 452581 h 697873"/>
                <a:gd name="connsiteX1" fmla="*/ 214199 w 684744"/>
                <a:gd name="connsiteY1" fmla="*/ 207289 h 697873"/>
                <a:gd name="connsiteX2" fmla="*/ 107099 w 684744"/>
                <a:gd name="connsiteY2" fmla="*/ 207289 h 697873"/>
                <a:gd name="connsiteX3" fmla="*/ 0 w 684744"/>
                <a:gd name="connsiteY3" fmla="*/ 207289 h 697873"/>
                <a:gd name="connsiteX4" fmla="*/ 0 w 684744"/>
                <a:gd name="connsiteY4" fmla="*/ 103645 h 697873"/>
                <a:gd name="connsiteX5" fmla="*/ 0 w 684744"/>
                <a:gd name="connsiteY5" fmla="*/ 0 h 697873"/>
                <a:gd name="connsiteX6" fmla="*/ 340645 w 684744"/>
                <a:gd name="connsiteY6" fmla="*/ 1382 h 697873"/>
                <a:gd name="connsiteX7" fmla="*/ 680599 w 684744"/>
                <a:gd name="connsiteY7" fmla="*/ 3455 h 697873"/>
                <a:gd name="connsiteX8" fmla="*/ 682672 w 684744"/>
                <a:gd name="connsiteY8" fmla="*/ 105717 h 697873"/>
                <a:gd name="connsiteX9" fmla="*/ 684745 w 684744"/>
                <a:gd name="connsiteY9" fmla="*/ 207289 h 697873"/>
                <a:gd name="connsiteX10" fmla="*/ 576955 w 684744"/>
                <a:gd name="connsiteY10" fmla="*/ 207289 h 697873"/>
                <a:gd name="connsiteX11" fmla="*/ 469855 w 684744"/>
                <a:gd name="connsiteY11" fmla="*/ 207289 h 697873"/>
                <a:gd name="connsiteX12" fmla="*/ 469855 w 684744"/>
                <a:gd name="connsiteY12" fmla="*/ 452581 h 697873"/>
                <a:gd name="connsiteX13" fmla="*/ 469855 w 684744"/>
                <a:gd name="connsiteY13" fmla="*/ 697873 h 697873"/>
                <a:gd name="connsiteX14" fmla="*/ 342027 w 684744"/>
                <a:gd name="connsiteY14" fmla="*/ 697873 h 697873"/>
                <a:gd name="connsiteX15" fmla="*/ 214199 w 684744"/>
                <a:gd name="connsiteY15" fmla="*/ 697873 h 697873"/>
                <a:gd name="connsiteX16" fmla="*/ 214199 w 684744"/>
                <a:gd name="connsiteY16" fmla="*/ 452581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744" h="697873">
                  <a:moveTo>
                    <a:pt x="214199" y="452581"/>
                  </a:moveTo>
                  <a:lnTo>
                    <a:pt x="214199" y="207289"/>
                  </a:lnTo>
                  <a:lnTo>
                    <a:pt x="107099" y="207289"/>
                  </a:lnTo>
                  <a:lnTo>
                    <a:pt x="0" y="207289"/>
                  </a:lnTo>
                  <a:lnTo>
                    <a:pt x="0" y="103645"/>
                  </a:lnTo>
                  <a:lnTo>
                    <a:pt x="0" y="0"/>
                  </a:lnTo>
                  <a:lnTo>
                    <a:pt x="340645" y="1382"/>
                  </a:lnTo>
                  <a:lnTo>
                    <a:pt x="680599" y="3455"/>
                  </a:lnTo>
                  <a:lnTo>
                    <a:pt x="682672" y="105717"/>
                  </a:lnTo>
                  <a:lnTo>
                    <a:pt x="684745" y="207289"/>
                  </a:lnTo>
                  <a:lnTo>
                    <a:pt x="576955" y="207289"/>
                  </a:lnTo>
                  <a:lnTo>
                    <a:pt x="469855" y="207289"/>
                  </a:lnTo>
                  <a:lnTo>
                    <a:pt x="469855" y="452581"/>
                  </a:lnTo>
                  <a:lnTo>
                    <a:pt x="469855" y="697873"/>
                  </a:lnTo>
                  <a:lnTo>
                    <a:pt x="342027" y="697873"/>
                  </a:lnTo>
                  <a:lnTo>
                    <a:pt x="214199" y="697873"/>
                  </a:lnTo>
                  <a:lnTo>
                    <a:pt x="214199" y="452581"/>
                  </a:ln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9EC172AE-D6A5-565D-087A-433695A3B3C5}"/>
                </a:ext>
              </a:extLst>
            </p:cNvPr>
            <p:cNvSpPr/>
            <p:nvPr/>
          </p:nvSpPr>
          <p:spPr>
            <a:xfrm>
              <a:off x="5942581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CAA1106B-D264-F381-8693-0B82A0B7B56B}"/>
                </a:ext>
              </a:extLst>
            </p:cNvPr>
            <p:cNvSpPr/>
            <p:nvPr/>
          </p:nvSpPr>
          <p:spPr>
            <a:xfrm>
              <a:off x="6464382" y="4029587"/>
              <a:ext cx="143395" cy="415653"/>
            </a:xfrm>
            <a:custGeom>
              <a:avLst/>
              <a:gdLst>
                <a:gd name="connsiteX0" fmla="*/ 0 w 248746"/>
                <a:gd name="connsiteY0" fmla="*/ 348937 h 697873"/>
                <a:gd name="connsiteX1" fmla="*/ 0 w 248746"/>
                <a:gd name="connsiteY1" fmla="*/ 0 h 697873"/>
                <a:gd name="connsiteX2" fmla="*/ 124373 w 248746"/>
                <a:gd name="connsiteY2" fmla="*/ 0 h 697873"/>
                <a:gd name="connsiteX3" fmla="*/ 248747 w 248746"/>
                <a:gd name="connsiteY3" fmla="*/ 0 h 697873"/>
                <a:gd name="connsiteX4" fmla="*/ 248747 w 248746"/>
                <a:gd name="connsiteY4" fmla="*/ 348937 h 697873"/>
                <a:gd name="connsiteX5" fmla="*/ 248747 w 248746"/>
                <a:gd name="connsiteY5" fmla="*/ 697873 h 697873"/>
                <a:gd name="connsiteX6" fmla="*/ 124373 w 248746"/>
                <a:gd name="connsiteY6" fmla="*/ 697873 h 697873"/>
                <a:gd name="connsiteX7" fmla="*/ 0 w 248746"/>
                <a:gd name="connsiteY7" fmla="*/ 697873 h 697873"/>
                <a:gd name="connsiteX8" fmla="*/ 0 w 248746"/>
                <a:gd name="connsiteY8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746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348937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02C29C95-006A-EC13-E126-C4C85410395E}"/>
                </a:ext>
              </a:extLst>
            </p:cNvPr>
            <p:cNvSpPr/>
            <p:nvPr/>
          </p:nvSpPr>
          <p:spPr>
            <a:xfrm>
              <a:off x="6731258" y="4029175"/>
              <a:ext cx="386371" cy="416064"/>
            </a:xfrm>
            <a:custGeom>
              <a:avLst/>
              <a:gdLst>
                <a:gd name="connsiteX0" fmla="*/ 0 w 670234"/>
                <a:gd name="connsiteY0" fmla="*/ 348937 h 698564"/>
                <a:gd name="connsiteX1" fmla="*/ 0 w 670234"/>
                <a:gd name="connsiteY1" fmla="*/ 0 h 698564"/>
                <a:gd name="connsiteX2" fmla="*/ 261184 w 670234"/>
                <a:gd name="connsiteY2" fmla="*/ 2073 h 698564"/>
                <a:gd name="connsiteX3" fmla="*/ 557607 w 670234"/>
                <a:gd name="connsiteY3" fmla="*/ 20729 h 698564"/>
                <a:gd name="connsiteX4" fmla="*/ 650197 w 670234"/>
                <a:gd name="connsiteY4" fmla="*/ 119537 h 698564"/>
                <a:gd name="connsiteX5" fmla="*/ 637068 w 670234"/>
                <a:gd name="connsiteY5" fmla="*/ 288822 h 698564"/>
                <a:gd name="connsiteX6" fmla="*/ 608048 w 670234"/>
                <a:gd name="connsiteY6" fmla="*/ 325444 h 698564"/>
                <a:gd name="connsiteX7" fmla="*/ 619794 w 670234"/>
                <a:gd name="connsiteY7" fmla="*/ 355156 h 698564"/>
                <a:gd name="connsiteX8" fmla="*/ 670235 w 670234"/>
                <a:gd name="connsiteY8" fmla="*/ 498185 h 698564"/>
                <a:gd name="connsiteX9" fmla="*/ 607357 w 670234"/>
                <a:gd name="connsiteY9" fmla="*/ 657106 h 698564"/>
                <a:gd name="connsiteX10" fmla="*/ 254275 w 670234"/>
                <a:gd name="connsiteY10" fmla="*/ 698564 h 698564"/>
                <a:gd name="connsiteX11" fmla="*/ 0 w 670234"/>
                <a:gd name="connsiteY11" fmla="*/ 698564 h 698564"/>
                <a:gd name="connsiteX12" fmla="*/ 0 w 670234"/>
                <a:gd name="connsiteY12" fmla="*/ 348937 h 698564"/>
                <a:gd name="connsiteX13" fmla="*/ 399377 w 670234"/>
                <a:gd name="connsiteY13" fmla="*/ 494039 h 698564"/>
                <a:gd name="connsiteX14" fmla="*/ 402832 w 670234"/>
                <a:gd name="connsiteY14" fmla="*/ 448436 h 698564"/>
                <a:gd name="connsiteX15" fmla="*/ 319916 w 670234"/>
                <a:gd name="connsiteY15" fmla="*/ 435998 h 698564"/>
                <a:gd name="connsiteX16" fmla="*/ 248747 w 670234"/>
                <a:gd name="connsiteY16" fmla="*/ 435998 h 698564"/>
                <a:gd name="connsiteX17" fmla="*/ 248747 w 670234"/>
                <a:gd name="connsiteY17" fmla="*/ 470546 h 698564"/>
                <a:gd name="connsiteX18" fmla="*/ 248747 w 670234"/>
                <a:gd name="connsiteY18" fmla="*/ 505094 h 698564"/>
                <a:gd name="connsiteX19" fmla="*/ 316461 w 670234"/>
                <a:gd name="connsiteY19" fmla="*/ 505094 h 698564"/>
                <a:gd name="connsiteX20" fmla="*/ 399377 w 670234"/>
                <a:gd name="connsiteY20" fmla="*/ 494039 h 698564"/>
                <a:gd name="connsiteX21" fmla="*/ 386940 w 670234"/>
                <a:gd name="connsiteY21" fmla="*/ 242528 h 698564"/>
                <a:gd name="connsiteX22" fmla="*/ 385558 w 670234"/>
                <a:gd name="connsiteY22" fmla="*/ 201070 h 698564"/>
                <a:gd name="connsiteX23" fmla="*/ 309552 w 670234"/>
                <a:gd name="connsiteY23" fmla="*/ 187251 h 698564"/>
                <a:gd name="connsiteX24" fmla="*/ 248747 w 670234"/>
                <a:gd name="connsiteY24" fmla="*/ 187251 h 698564"/>
                <a:gd name="connsiteX25" fmla="*/ 248747 w 670234"/>
                <a:gd name="connsiteY25" fmla="*/ 221799 h 698564"/>
                <a:gd name="connsiteX26" fmla="*/ 248747 w 670234"/>
                <a:gd name="connsiteY26" fmla="*/ 256347 h 698564"/>
                <a:gd name="connsiteX27" fmla="*/ 310934 w 670234"/>
                <a:gd name="connsiteY27" fmla="*/ 256347 h 698564"/>
                <a:gd name="connsiteX28" fmla="*/ 386940 w 670234"/>
                <a:gd name="connsiteY28" fmla="*/ 242528 h 69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70234" h="698564">
                  <a:moveTo>
                    <a:pt x="0" y="348937"/>
                  </a:moveTo>
                  <a:lnTo>
                    <a:pt x="0" y="0"/>
                  </a:lnTo>
                  <a:lnTo>
                    <a:pt x="261184" y="2073"/>
                  </a:lnTo>
                  <a:cubicBezTo>
                    <a:pt x="518223" y="4146"/>
                    <a:pt x="522368" y="4146"/>
                    <a:pt x="557607" y="20729"/>
                  </a:cubicBezTo>
                  <a:cubicBezTo>
                    <a:pt x="602520" y="40767"/>
                    <a:pt x="639141" y="80152"/>
                    <a:pt x="650197" y="119537"/>
                  </a:cubicBezTo>
                  <a:cubicBezTo>
                    <a:pt x="661944" y="164449"/>
                    <a:pt x="655034" y="253583"/>
                    <a:pt x="637068" y="288822"/>
                  </a:cubicBezTo>
                  <a:cubicBezTo>
                    <a:pt x="628777" y="304715"/>
                    <a:pt x="615649" y="321298"/>
                    <a:pt x="608048" y="325444"/>
                  </a:cubicBezTo>
                  <a:cubicBezTo>
                    <a:pt x="594920" y="332353"/>
                    <a:pt x="595610" y="333735"/>
                    <a:pt x="619794" y="355156"/>
                  </a:cubicBezTo>
                  <a:cubicBezTo>
                    <a:pt x="658489" y="389012"/>
                    <a:pt x="670235" y="421488"/>
                    <a:pt x="670235" y="498185"/>
                  </a:cubicBezTo>
                  <a:cubicBezTo>
                    <a:pt x="670235" y="579719"/>
                    <a:pt x="652961" y="623940"/>
                    <a:pt x="607357" y="657106"/>
                  </a:cubicBezTo>
                  <a:cubicBezTo>
                    <a:pt x="552771" y="696491"/>
                    <a:pt x="534806" y="698564"/>
                    <a:pt x="254275" y="698564"/>
                  </a:cubicBezTo>
                  <a:lnTo>
                    <a:pt x="0" y="698564"/>
                  </a:lnTo>
                  <a:lnTo>
                    <a:pt x="0" y="348937"/>
                  </a:lnTo>
                  <a:close/>
                  <a:moveTo>
                    <a:pt x="399377" y="494039"/>
                  </a:moveTo>
                  <a:cubicBezTo>
                    <a:pt x="417342" y="481601"/>
                    <a:pt x="418724" y="465710"/>
                    <a:pt x="402832" y="448436"/>
                  </a:cubicBezTo>
                  <a:cubicBezTo>
                    <a:pt x="393159" y="438071"/>
                    <a:pt x="380721" y="435998"/>
                    <a:pt x="319916" y="435998"/>
                  </a:cubicBezTo>
                  <a:lnTo>
                    <a:pt x="248747" y="435998"/>
                  </a:lnTo>
                  <a:lnTo>
                    <a:pt x="248747" y="470546"/>
                  </a:lnTo>
                  <a:lnTo>
                    <a:pt x="248747" y="505094"/>
                  </a:lnTo>
                  <a:lnTo>
                    <a:pt x="316461" y="505094"/>
                  </a:lnTo>
                  <a:cubicBezTo>
                    <a:pt x="366211" y="505094"/>
                    <a:pt x="387630" y="502330"/>
                    <a:pt x="399377" y="494039"/>
                  </a:cubicBezTo>
                  <a:close/>
                  <a:moveTo>
                    <a:pt x="386940" y="242528"/>
                  </a:moveTo>
                  <a:cubicBezTo>
                    <a:pt x="404214" y="225254"/>
                    <a:pt x="404214" y="219035"/>
                    <a:pt x="385558" y="201070"/>
                  </a:cubicBezTo>
                  <a:cubicBezTo>
                    <a:pt x="373120" y="189324"/>
                    <a:pt x="361374" y="187251"/>
                    <a:pt x="309552" y="187251"/>
                  </a:cubicBezTo>
                  <a:lnTo>
                    <a:pt x="248747" y="187251"/>
                  </a:lnTo>
                  <a:lnTo>
                    <a:pt x="248747" y="221799"/>
                  </a:lnTo>
                  <a:lnTo>
                    <a:pt x="248747" y="256347"/>
                  </a:lnTo>
                  <a:lnTo>
                    <a:pt x="310934" y="256347"/>
                  </a:lnTo>
                  <a:cubicBezTo>
                    <a:pt x="364138" y="256347"/>
                    <a:pt x="375193" y="254274"/>
                    <a:pt x="386940" y="242528"/>
                  </a:cubicBez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365FDF03-4209-F2A5-6DEB-3BD33BE1C1B6}"/>
                </a:ext>
              </a:extLst>
            </p:cNvPr>
            <p:cNvSpPr/>
            <p:nvPr/>
          </p:nvSpPr>
          <p:spPr>
            <a:xfrm>
              <a:off x="7217208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9CA11763-CBF6-E8B5-7ACB-EA3DE736D6DC}"/>
                </a:ext>
              </a:extLst>
            </p:cNvPr>
            <p:cNvSpPr/>
            <p:nvPr/>
          </p:nvSpPr>
          <p:spPr>
            <a:xfrm>
              <a:off x="7699178" y="4029587"/>
              <a:ext cx="438153" cy="415653"/>
            </a:xfrm>
            <a:custGeom>
              <a:avLst/>
              <a:gdLst>
                <a:gd name="connsiteX0" fmla="*/ 0 w 760060"/>
                <a:gd name="connsiteY0" fmla="*/ 676454 h 697873"/>
                <a:gd name="connsiteX1" fmla="*/ 231473 w 760060"/>
                <a:gd name="connsiteY1" fmla="*/ 22802 h 697873"/>
                <a:gd name="connsiteX2" fmla="*/ 241147 w 760060"/>
                <a:gd name="connsiteY2" fmla="*/ 0 h 697873"/>
                <a:gd name="connsiteX3" fmla="*/ 382103 w 760060"/>
                <a:gd name="connsiteY3" fmla="*/ 0 h 697873"/>
                <a:gd name="connsiteX4" fmla="*/ 523059 w 760060"/>
                <a:gd name="connsiteY4" fmla="*/ 0 h 697873"/>
                <a:gd name="connsiteX5" fmla="*/ 641905 w 760060"/>
                <a:gd name="connsiteY5" fmla="*/ 326826 h 697873"/>
                <a:gd name="connsiteX6" fmla="*/ 760060 w 760060"/>
                <a:gd name="connsiteY6" fmla="*/ 675763 h 697873"/>
                <a:gd name="connsiteX7" fmla="*/ 760060 w 760060"/>
                <a:gd name="connsiteY7" fmla="*/ 697873 h 697873"/>
                <a:gd name="connsiteX8" fmla="*/ 629468 w 760060"/>
                <a:gd name="connsiteY8" fmla="*/ 697873 h 697873"/>
                <a:gd name="connsiteX9" fmla="*/ 498875 w 760060"/>
                <a:gd name="connsiteY9" fmla="*/ 697873 h 697873"/>
                <a:gd name="connsiteX10" fmla="*/ 485748 w 760060"/>
                <a:gd name="connsiteY10" fmla="*/ 655034 h 697873"/>
                <a:gd name="connsiteX11" fmla="*/ 472619 w 760060"/>
                <a:gd name="connsiteY11" fmla="*/ 611503 h 697873"/>
                <a:gd name="connsiteX12" fmla="*/ 376575 w 760060"/>
                <a:gd name="connsiteY12" fmla="*/ 611503 h 697873"/>
                <a:gd name="connsiteX13" fmla="*/ 280531 w 760060"/>
                <a:gd name="connsiteY13" fmla="*/ 611503 h 697873"/>
                <a:gd name="connsiteX14" fmla="*/ 268094 w 760060"/>
                <a:gd name="connsiteY14" fmla="*/ 655034 h 697873"/>
                <a:gd name="connsiteX15" fmla="*/ 254966 w 760060"/>
                <a:gd name="connsiteY15" fmla="*/ 697873 h 697873"/>
                <a:gd name="connsiteX16" fmla="*/ 127828 w 760060"/>
                <a:gd name="connsiteY16" fmla="*/ 697873 h 697873"/>
                <a:gd name="connsiteX17" fmla="*/ 0 w 760060"/>
                <a:gd name="connsiteY17" fmla="*/ 697873 h 697873"/>
                <a:gd name="connsiteX18" fmla="*/ 0 w 760060"/>
                <a:gd name="connsiteY18" fmla="*/ 676454 h 697873"/>
                <a:gd name="connsiteX19" fmla="*/ 413887 w 760060"/>
                <a:gd name="connsiteY19" fmla="*/ 409742 h 697873"/>
                <a:gd name="connsiteX20" fmla="*/ 395231 w 760060"/>
                <a:gd name="connsiteY20" fmla="*/ 346863 h 697873"/>
                <a:gd name="connsiteX21" fmla="*/ 376575 w 760060"/>
                <a:gd name="connsiteY21" fmla="*/ 289514 h 697873"/>
                <a:gd name="connsiteX22" fmla="*/ 358610 w 760060"/>
                <a:gd name="connsiteY22" fmla="*/ 351701 h 697873"/>
                <a:gd name="connsiteX23" fmla="*/ 339954 w 760060"/>
                <a:gd name="connsiteY23" fmla="*/ 414578 h 697873"/>
                <a:gd name="connsiteX24" fmla="*/ 377266 w 760060"/>
                <a:gd name="connsiteY24" fmla="*/ 414578 h 697873"/>
                <a:gd name="connsiteX25" fmla="*/ 413887 w 760060"/>
                <a:gd name="connsiteY25" fmla="*/ 409742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0060" h="697873">
                  <a:moveTo>
                    <a:pt x="0" y="676454"/>
                  </a:moveTo>
                  <a:cubicBezTo>
                    <a:pt x="0" y="659870"/>
                    <a:pt x="192088" y="118846"/>
                    <a:pt x="231473" y="22802"/>
                  </a:cubicBezTo>
                  <a:lnTo>
                    <a:pt x="241147" y="0"/>
                  </a:lnTo>
                  <a:lnTo>
                    <a:pt x="382103" y="0"/>
                  </a:lnTo>
                  <a:lnTo>
                    <a:pt x="523059" y="0"/>
                  </a:lnTo>
                  <a:lnTo>
                    <a:pt x="641905" y="326826"/>
                  </a:lnTo>
                  <a:cubicBezTo>
                    <a:pt x="706856" y="505785"/>
                    <a:pt x="760060" y="663325"/>
                    <a:pt x="760060" y="675763"/>
                  </a:cubicBezTo>
                  <a:lnTo>
                    <a:pt x="760060" y="697873"/>
                  </a:lnTo>
                  <a:lnTo>
                    <a:pt x="629468" y="697873"/>
                  </a:lnTo>
                  <a:lnTo>
                    <a:pt x="498875" y="697873"/>
                  </a:lnTo>
                  <a:lnTo>
                    <a:pt x="485748" y="655034"/>
                  </a:lnTo>
                  <a:lnTo>
                    <a:pt x="472619" y="611503"/>
                  </a:lnTo>
                  <a:lnTo>
                    <a:pt x="376575" y="611503"/>
                  </a:lnTo>
                  <a:lnTo>
                    <a:pt x="280531" y="611503"/>
                  </a:lnTo>
                  <a:lnTo>
                    <a:pt x="268094" y="655034"/>
                  </a:lnTo>
                  <a:lnTo>
                    <a:pt x="254966" y="697873"/>
                  </a:lnTo>
                  <a:lnTo>
                    <a:pt x="127828" y="697873"/>
                  </a:lnTo>
                  <a:lnTo>
                    <a:pt x="0" y="697873"/>
                  </a:lnTo>
                  <a:lnTo>
                    <a:pt x="0" y="676454"/>
                  </a:lnTo>
                  <a:close/>
                  <a:moveTo>
                    <a:pt x="413887" y="409742"/>
                  </a:moveTo>
                  <a:cubicBezTo>
                    <a:pt x="413887" y="406287"/>
                    <a:pt x="404905" y="378648"/>
                    <a:pt x="395231" y="346863"/>
                  </a:cubicBezTo>
                  <a:lnTo>
                    <a:pt x="376575" y="289514"/>
                  </a:lnTo>
                  <a:lnTo>
                    <a:pt x="358610" y="351701"/>
                  </a:lnTo>
                  <a:lnTo>
                    <a:pt x="339954" y="414578"/>
                  </a:lnTo>
                  <a:lnTo>
                    <a:pt x="377266" y="414578"/>
                  </a:lnTo>
                  <a:cubicBezTo>
                    <a:pt x="397995" y="414578"/>
                    <a:pt x="414578" y="412505"/>
                    <a:pt x="413887" y="409742"/>
                  </a:cubicBez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C8786E51-43FE-5E05-43CA-5D898BD6D463}"/>
                </a:ext>
              </a:extLst>
            </p:cNvPr>
            <p:cNvSpPr/>
            <p:nvPr/>
          </p:nvSpPr>
          <p:spPr>
            <a:xfrm>
              <a:off x="5351074" y="1540301"/>
              <a:ext cx="1671086" cy="2057171"/>
            </a:xfrm>
            <a:custGeom>
              <a:avLst/>
              <a:gdLst>
                <a:gd name="connsiteX0" fmla="*/ 801518 w 2898816"/>
                <a:gd name="connsiteY0" fmla="*/ 3447047 h 3453956"/>
                <a:gd name="connsiteX1" fmla="*/ 398686 w 2898816"/>
                <a:gd name="connsiteY1" fmla="*/ 3440137 h 3453956"/>
                <a:gd name="connsiteX2" fmla="*/ 0 w 2898816"/>
                <a:gd name="connsiteY2" fmla="*/ 3440137 h 3453956"/>
                <a:gd name="connsiteX3" fmla="*/ 0 w 2898816"/>
                <a:gd name="connsiteY3" fmla="*/ 1721019 h 3453956"/>
                <a:gd name="connsiteX4" fmla="*/ 0 w 2898816"/>
                <a:gd name="connsiteY4" fmla="*/ 2592 h 3453956"/>
                <a:gd name="connsiteX5" fmla="*/ 856795 w 2898816"/>
                <a:gd name="connsiteY5" fmla="*/ 520 h 3453956"/>
                <a:gd name="connsiteX6" fmla="*/ 1996194 w 2898816"/>
                <a:gd name="connsiteY6" fmla="*/ 23321 h 3453956"/>
                <a:gd name="connsiteX7" fmla="*/ 2698213 w 2898816"/>
                <a:gd name="connsiteY7" fmla="*/ 483503 h 3453956"/>
                <a:gd name="connsiteX8" fmla="*/ 2888228 w 2898816"/>
                <a:gd name="connsiteY8" fmla="*/ 970632 h 3453956"/>
                <a:gd name="connsiteX9" fmla="*/ 2885464 w 2898816"/>
                <a:gd name="connsiteY9" fmla="*/ 1415613 h 3453956"/>
                <a:gd name="connsiteX10" fmla="*/ 2508198 w 2898816"/>
                <a:gd name="connsiteY10" fmla="*/ 2096903 h 3453956"/>
                <a:gd name="connsiteX11" fmla="*/ 1982375 w 2898816"/>
                <a:gd name="connsiteY11" fmla="*/ 2320776 h 3453956"/>
                <a:gd name="connsiteX12" fmla="*/ 1372254 w 2898816"/>
                <a:gd name="connsiteY12" fmla="*/ 2338741 h 3453956"/>
                <a:gd name="connsiteX13" fmla="*/ 1350834 w 2898816"/>
                <a:gd name="connsiteY13" fmla="*/ 2168764 h 3453956"/>
                <a:gd name="connsiteX14" fmla="*/ 1350834 w 2898816"/>
                <a:gd name="connsiteY14" fmla="*/ 2023661 h 3453956"/>
                <a:gd name="connsiteX15" fmla="*/ 1357053 w 2898816"/>
                <a:gd name="connsiteY15" fmla="*/ 1941436 h 3453956"/>
                <a:gd name="connsiteX16" fmla="*/ 1617546 w 2898816"/>
                <a:gd name="connsiteY16" fmla="*/ 1935909 h 3453956"/>
                <a:gd name="connsiteX17" fmla="*/ 1865602 w 2898816"/>
                <a:gd name="connsiteY17" fmla="*/ 1936600 h 3453956"/>
                <a:gd name="connsiteX18" fmla="*/ 1927789 w 2898816"/>
                <a:gd name="connsiteY18" fmla="*/ 1917944 h 3453956"/>
                <a:gd name="connsiteX19" fmla="*/ 2385207 w 2898816"/>
                <a:gd name="connsiteY19" fmla="*/ 1567625 h 3453956"/>
                <a:gd name="connsiteX20" fmla="*/ 2484015 w 2898816"/>
                <a:gd name="connsiteY20" fmla="*/ 1168248 h 3453956"/>
                <a:gd name="connsiteX21" fmla="*/ 2449467 w 2898816"/>
                <a:gd name="connsiteY21" fmla="*/ 927102 h 3453956"/>
                <a:gd name="connsiteX22" fmla="*/ 2343058 w 2898816"/>
                <a:gd name="connsiteY22" fmla="*/ 719122 h 3453956"/>
                <a:gd name="connsiteX23" fmla="*/ 1918806 w 2898816"/>
                <a:gd name="connsiteY23" fmla="*/ 450337 h 3453956"/>
                <a:gd name="connsiteX24" fmla="*/ 1844873 w 2898816"/>
                <a:gd name="connsiteY24" fmla="*/ 432372 h 3453956"/>
                <a:gd name="connsiteX25" fmla="*/ 1143545 w 2898816"/>
                <a:gd name="connsiteY25" fmla="*/ 434445 h 3453956"/>
                <a:gd name="connsiteX26" fmla="*/ 437380 w 2898816"/>
                <a:gd name="connsiteY26" fmla="*/ 439282 h 3453956"/>
                <a:gd name="connsiteX27" fmla="*/ 438071 w 2898816"/>
                <a:gd name="connsiteY27" fmla="*/ 2934352 h 3453956"/>
                <a:gd name="connsiteX28" fmla="*/ 438762 w 2898816"/>
                <a:gd name="connsiteY28" fmla="*/ 3046288 h 3453956"/>
                <a:gd name="connsiteX29" fmla="*/ 565208 w 2898816"/>
                <a:gd name="connsiteY29" fmla="*/ 3046288 h 3453956"/>
                <a:gd name="connsiteX30" fmla="*/ 690964 w 2898816"/>
                <a:gd name="connsiteY30" fmla="*/ 3046288 h 3453956"/>
                <a:gd name="connsiteX31" fmla="*/ 689582 w 2898816"/>
                <a:gd name="connsiteY31" fmla="*/ 2971664 h 3453956"/>
                <a:gd name="connsiteX32" fmla="*/ 683363 w 2898816"/>
                <a:gd name="connsiteY32" fmla="*/ 748142 h 3453956"/>
                <a:gd name="connsiteX33" fmla="*/ 782862 w 2898816"/>
                <a:gd name="connsiteY33" fmla="*/ 752979 h 3453956"/>
                <a:gd name="connsiteX34" fmla="*/ 925891 w 2898816"/>
                <a:gd name="connsiteY34" fmla="*/ 829676 h 3453956"/>
                <a:gd name="connsiteX35" fmla="*/ 1050265 w 2898816"/>
                <a:gd name="connsiteY35" fmla="*/ 897390 h 3453956"/>
                <a:gd name="connsiteX36" fmla="*/ 1216096 w 2898816"/>
                <a:gd name="connsiteY36" fmla="*/ 983761 h 3453956"/>
                <a:gd name="connsiteX37" fmla="*/ 1422003 w 2898816"/>
                <a:gd name="connsiteY37" fmla="*/ 1091551 h 3453956"/>
                <a:gd name="connsiteX38" fmla="*/ 1487645 w 2898816"/>
                <a:gd name="connsiteY38" fmla="*/ 1125409 h 3453956"/>
                <a:gd name="connsiteX39" fmla="*/ 1518738 w 2898816"/>
                <a:gd name="connsiteY39" fmla="*/ 1142683 h 3453956"/>
                <a:gd name="connsiteX40" fmla="*/ 1544304 w 2898816"/>
                <a:gd name="connsiteY40" fmla="*/ 1188977 h 3453956"/>
                <a:gd name="connsiteX41" fmla="*/ 1544304 w 2898816"/>
                <a:gd name="connsiteY41" fmla="*/ 1217307 h 3453956"/>
                <a:gd name="connsiteX42" fmla="*/ 1466225 w 2898816"/>
                <a:gd name="connsiteY42" fmla="*/ 1213852 h 3453956"/>
                <a:gd name="connsiteX43" fmla="*/ 1288647 w 2898816"/>
                <a:gd name="connsiteY43" fmla="*/ 1170321 h 3453956"/>
                <a:gd name="connsiteX44" fmla="*/ 1149073 w 2898816"/>
                <a:gd name="connsiteY44" fmla="*/ 1110207 h 3453956"/>
                <a:gd name="connsiteX45" fmla="*/ 1108997 w 2898816"/>
                <a:gd name="connsiteY45" fmla="*/ 1090860 h 3453956"/>
                <a:gd name="connsiteX46" fmla="*/ 1108997 w 2898816"/>
                <a:gd name="connsiteY46" fmla="*/ 2265499 h 3453956"/>
                <a:gd name="connsiteX47" fmla="*/ 1108997 w 2898816"/>
                <a:gd name="connsiteY47" fmla="*/ 3440137 h 3453956"/>
                <a:gd name="connsiteX48" fmla="*/ 994988 w 2898816"/>
                <a:gd name="connsiteY48" fmla="*/ 3440137 h 3453956"/>
                <a:gd name="connsiteX49" fmla="*/ 880979 w 2898816"/>
                <a:gd name="connsiteY49" fmla="*/ 3447047 h 3453956"/>
                <a:gd name="connsiteX50" fmla="*/ 843667 w 2898816"/>
                <a:gd name="connsiteY50" fmla="*/ 3453956 h 3453956"/>
                <a:gd name="connsiteX51" fmla="*/ 801518 w 2898816"/>
                <a:gd name="connsiteY51" fmla="*/ 3447047 h 345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898816" h="3453956">
                  <a:moveTo>
                    <a:pt x="801518" y="3447047"/>
                  </a:moveTo>
                  <a:cubicBezTo>
                    <a:pt x="798754" y="3442901"/>
                    <a:pt x="657106" y="3440137"/>
                    <a:pt x="398686" y="3440137"/>
                  </a:cubicBezTo>
                  <a:lnTo>
                    <a:pt x="0" y="3440137"/>
                  </a:lnTo>
                  <a:lnTo>
                    <a:pt x="0" y="1721019"/>
                  </a:lnTo>
                  <a:lnTo>
                    <a:pt x="0" y="2592"/>
                  </a:lnTo>
                  <a:lnTo>
                    <a:pt x="856795" y="520"/>
                  </a:lnTo>
                  <a:cubicBezTo>
                    <a:pt x="1719809" y="-1553"/>
                    <a:pt x="1884949" y="1901"/>
                    <a:pt x="1996194" y="23321"/>
                  </a:cubicBezTo>
                  <a:cubicBezTo>
                    <a:pt x="2294000" y="80671"/>
                    <a:pt x="2533764" y="238211"/>
                    <a:pt x="2698213" y="483503"/>
                  </a:cubicBezTo>
                  <a:cubicBezTo>
                    <a:pt x="2803931" y="641734"/>
                    <a:pt x="2863354" y="794437"/>
                    <a:pt x="2888228" y="970632"/>
                  </a:cubicBezTo>
                  <a:cubicBezTo>
                    <a:pt x="2903430" y="1079805"/>
                    <a:pt x="2902048" y="1313351"/>
                    <a:pt x="2885464" y="1415613"/>
                  </a:cubicBezTo>
                  <a:cubicBezTo>
                    <a:pt x="2838479" y="1703745"/>
                    <a:pt x="2718252" y="1920708"/>
                    <a:pt x="2508198" y="2096903"/>
                  </a:cubicBezTo>
                  <a:cubicBezTo>
                    <a:pt x="2354114" y="2226805"/>
                    <a:pt x="2211775" y="2286918"/>
                    <a:pt x="1982375" y="2320776"/>
                  </a:cubicBezTo>
                  <a:cubicBezTo>
                    <a:pt x="1864220" y="2338741"/>
                    <a:pt x="1400584" y="2351869"/>
                    <a:pt x="1372254" y="2338741"/>
                  </a:cubicBezTo>
                  <a:cubicBezTo>
                    <a:pt x="1346689" y="2326995"/>
                    <a:pt x="1343925" y="2302120"/>
                    <a:pt x="1350834" y="2168764"/>
                  </a:cubicBezTo>
                  <a:cubicBezTo>
                    <a:pt x="1355671" y="2087921"/>
                    <a:pt x="1355671" y="2040245"/>
                    <a:pt x="1350834" y="2023661"/>
                  </a:cubicBezTo>
                  <a:cubicBezTo>
                    <a:pt x="1339779" y="1984276"/>
                    <a:pt x="1341852" y="1949037"/>
                    <a:pt x="1357053" y="1941436"/>
                  </a:cubicBezTo>
                  <a:cubicBezTo>
                    <a:pt x="1364653" y="1936600"/>
                    <a:pt x="1463461" y="1934527"/>
                    <a:pt x="1617546" y="1935909"/>
                  </a:cubicBezTo>
                  <a:lnTo>
                    <a:pt x="1865602" y="1936600"/>
                  </a:lnTo>
                  <a:lnTo>
                    <a:pt x="1927789" y="1917944"/>
                  </a:lnTo>
                  <a:cubicBezTo>
                    <a:pt x="2127478" y="1855757"/>
                    <a:pt x="2281562" y="1738293"/>
                    <a:pt x="2385207" y="1567625"/>
                  </a:cubicBezTo>
                  <a:cubicBezTo>
                    <a:pt x="2450849" y="1459835"/>
                    <a:pt x="2484015" y="1327170"/>
                    <a:pt x="2484015" y="1168248"/>
                  </a:cubicBezTo>
                  <a:cubicBezTo>
                    <a:pt x="2484015" y="1065295"/>
                    <a:pt x="2473650" y="993435"/>
                    <a:pt x="2449467" y="927102"/>
                  </a:cubicBezTo>
                  <a:cubicBezTo>
                    <a:pt x="2428047" y="869752"/>
                    <a:pt x="2378297" y="771635"/>
                    <a:pt x="2343058" y="719122"/>
                  </a:cubicBezTo>
                  <a:cubicBezTo>
                    <a:pt x="2261524" y="596130"/>
                    <a:pt x="2100530" y="494559"/>
                    <a:pt x="1918806" y="450337"/>
                  </a:cubicBezTo>
                  <a:lnTo>
                    <a:pt x="1844873" y="432372"/>
                  </a:lnTo>
                  <a:lnTo>
                    <a:pt x="1143545" y="434445"/>
                  </a:lnTo>
                  <a:cubicBezTo>
                    <a:pt x="757987" y="435136"/>
                    <a:pt x="440144" y="437209"/>
                    <a:pt x="437380" y="439282"/>
                  </a:cubicBezTo>
                  <a:cubicBezTo>
                    <a:pt x="433234" y="441354"/>
                    <a:pt x="433925" y="2165309"/>
                    <a:pt x="438071" y="2934352"/>
                  </a:cubicBezTo>
                  <a:lnTo>
                    <a:pt x="438762" y="3046288"/>
                  </a:lnTo>
                  <a:lnTo>
                    <a:pt x="565208" y="3046288"/>
                  </a:lnTo>
                  <a:lnTo>
                    <a:pt x="690964" y="3046288"/>
                  </a:lnTo>
                  <a:lnTo>
                    <a:pt x="689582" y="2971664"/>
                  </a:lnTo>
                  <a:cubicBezTo>
                    <a:pt x="685436" y="2684223"/>
                    <a:pt x="680599" y="761271"/>
                    <a:pt x="683363" y="748142"/>
                  </a:cubicBezTo>
                  <a:cubicBezTo>
                    <a:pt x="689582" y="723268"/>
                    <a:pt x="731731" y="725341"/>
                    <a:pt x="782862" y="752979"/>
                  </a:cubicBezTo>
                  <a:cubicBezTo>
                    <a:pt x="804282" y="764725"/>
                    <a:pt x="869232" y="799274"/>
                    <a:pt x="925891" y="829676"/>
                  </a:cubicBezTo>
                  <a:cubicBezTo>
                    <a:pt x="983241" y="860078"/>
                    <a:pt x="1039210" y="890481"/>
                    <a:pt x="1050265" y="897390"/>
                  </a:cubicBezTo>
                  <a:cubicBezTo>
                    <a:pt x="1062011" y="903609"/>
                    <a:pt x="1136635" y="942994"/>
                    <a:pt x="1216096" y="983761"/>
                  </a:cubicBezTo>
                  <a:cubicBezTo>
                    <a:pt x="1296248" y="1024528"/>
                    <a:pt x="1388146" y="1073586"/>
                    <a:pt x="1422003" y="1091551"/>
                  </a:cubicBezTo>
                  <a:cubicBezTo>
                    <a:pt x="1455169" y="1110207"/>
                    <a:pt x="1484190" y="1125409"/>
                    <a:pt x="1487645" y="1125409"/>
                  </a:cubicBezTo>
                  <a:cubicBezTo>
                    <a:pt x="1490409" y="1125409"/>
                    <a:pt x="1504228" y="1133009"/>
                    <a:pt x="1518738" y="1142683"/>
                  </a:cubicBezTo>
                  <a:cubicBezTo>
                    <a:pt x="1541540" y="1158575"/>
                    <a:pt x="1544304" y="1164102"/>
                    <a:pt x="1544304" y="1188977"/>
                  </a:cubicBezTo>
                  <a:lnTo>
                    <a:pt x="1544304" y="1217307"/>
                  </a:lnTo>
                  <a:lnTo>
                    <a:pt x="1466225" y="1213852"/>
                  </a:lnTo>
                  <a:cubicBezTo>
                    <a:pt x="1390910" y="1210397"/>
                    <a:pt x="1384692" y="1209015"/>
                    <a:pt x="1288647" y="1170321"/>
                  </a:cubicBezTo>
                  <a:cubicBezTo>
                    <a:pt x="1233370" y="1148210"/>
                    <a:pt x="1170493" y="1121263"/>
                    <a:pt x="1149073" y="1110207"/>
                  </a:cubicBezTo>
                  <a:lnTo>
                    <a:pt x="1108997" y="1090860"/>
                  </a:lnTo>
                  <a:lnTo>
                    <a:pt x="1108997" y="2265499"/>
                  </a:lnTo>
                  <a:lnTo>
                    <a:pt x="1108997" y="3440137"/>
                  </a:lnTo>
                  <a:lnTo>
                    <a:pt x="994988" y="3440137"/>
                  </a:lnTo>
                  <a:cubicBezTo>
                    <a:pt x="923819" y="3440137"/>
                    <a:pt x="880979" y="3442901"/>
                    <a:pt x="880979" y="3447047"/>
                  </a:cubicBezTo>
                  <a:cubicBezTo>
                    <a:pt x="880979" y="3451192"/>
                    <a:pt x="864395" y="3453956"/>
                    <a:pt x="843667" y="3453956"/>
                  </a:cubicBezTo>
                  <a:cubicBezTo>
                    <a:pt x="822938" y="3453956"/>
                    <a:pt x="803591" y="3451192"/>
                    <a:pt x="801518" y="3447047"/>
                  </a:cubicBezTo>
                  <a:close/>
                </a:path>
              </a:pathLst>
            </a:custGeom>
            <a:solidFill>
              <a:srgbClr val="00206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E6E6E6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624452E3-B372-9974-A8F5-F223CA1338D5}"/>
                </a:ext>
              </a:extLst>
            </p:cNvPr>
            <p:cNvSpPr/>
            <p:nvPr/>
          </p:nvSpPr>
          <p:spPr>
            <a:xfrm>
              <a:off x="3484334" y="817334"/>
              <a:ext cx="5223331" cy="5223331"/>
            </a:xfrm>
            <a:prstGeom prst="ellipse">
              <a:avLst/>
            </a:prstGeom>
            <a:noFill/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xmlns="" id="{88212BD9-5039-0D83-6B94-2D7808299EAD}"/>
                </a:ext>
              </a:extLst>
            </p:cNvPr>
            <p:cNvSpPr txBox="1"/>
            <p:nvPr/>
          </p:nvSpPr>
          <p:spPr>
            <a:xfrm>
              <a:off x="4273616" y="4477838"/>
              <a:ext cx="3644637" cy="549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800" b="1" dirty="0">
                  <a:solidFill>
                    <a:srgbClr val="002060"/>
                  </a:solidFill>
                  <a:latin typeface="Arial Black" panose="020B0A04020102020204" pitchFamily="34" charset="0"/>
                </a:rPr>
                <a:t>INSTITUTE</a:t>
              </a:r>
              <a:endParaRPr lang="en-IN" sz="4800" b="1" dirty="0">
                <a:solidFill>
                  <a:srgbClr val="00206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0846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4BDD9E9-EFB8-1792-EC57-B882CCB7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BF8E31A6-FB99-E010-B054-C7BB706054BE}"/>
              </a:ext>
            </a:extLst>
          </p:cNvPr>
          <p:cNvGrpSpPr>
            <a:grpSpLocks noChangeAspect="1"/>
          </p:cNvGrpSpPr>
          <p:nvPr/>
        </p:nvGrpSpPr>
        <p:grpSpPr>
          <a:xfrm>
            <a:off x="5049361" y="1448884"/>
            <a:ext cx="7901940" cy="7901994"/>
            <a:chOff x="3484334" y="817334"/>
            <a:chExt cx="5223331" cy="522333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85D720B3-6FAF-E86F-CF91-498245BAFB53}"/>
                </a:ext>
              </a:extLst>
            </p:cNvPr>
            <p:cNvSpPr/>
            <p:nvPr/>
          </p:nvSpPr>
          <p:spPr>
            <a:xfrm>
              <a:off x="4054538" y="4030174"/>
              <a:ext cx="357106" cy="415064"/>
            </a:xfrm>
            <a:custGeom>
              <a:avLst/>
              <a:gdLst>
                <a:gd name="connsiteX0" fmla="*/ 1382 w 619467"/>
                <a:gd name="connsiteY0" fmla="*/ 350023 h 696886"/>
                <a:gd name="connsiteX1" fmla="*/ 3455 w 619467"/>
                <a:gd name="connsiteY1" fmla="*/ 2468 h 696886"/>
                <a:gd name="connsiteX2" fmla="*/ 213508 w 619467"/>
                <a:gd name="connsiteY2" fmla="*/ 395 h 696886"/>
                <a:gd name="connsiteX3" fmla="*/ 464328 w 619467"/>
                <a:gd name="connsiteY3" fmla="*/ 9377 h 696886"/>
                <a:gd name="connsiteX4" fmla="*/ 605975 w 619467"/>
                <a:gd name="connsiteY4" fmla="*/ 133751 h 696886"/>
                <a:gd name="connsiteX5" fmla="*/ 603902 w 619467"/>
                <a:gd name="connsiteY5" fmla="*/ 359005 h 696886"/>
                <a:gd name="connsiteX6" fmla="*/ 512004 w 619467"/>
                <a:gd name="connsiteY6" fmla="*/ 460577 h 696886"/>
                <a:gd name="connsiteX7" fmla="*/ 368284 w 619467"/>
                <a:gd name="connsiteY7" fmla="*/ 481306 h 696886"/>
                <a:gd name="connsiteX8" fmla="*/ 255657 w 619467"/>
                <a:gd name="connsiteY8" fmla="*/ 484069 h 696886"/>
                <a:gd name="connsiteX9" fmla="*/ 255657 w 619467"/>
                <a:gd name="connsiteY9" fmla="*/ 590478 h 696886"/>
                <a:gd name="connsiteX10" fmla="*/ 255657 w 619467"/>
                <a:gd name="connsiteY10" fmla="*/ 696886 h 696886"/>
                <a:gd name="connsiteX11" fmla="*/ 127828 w 619467"/>
                <a:gd name="connsiteY11" fmla="*/ 696886 h 696886"/>
                <a:gd name="connsiteX12" fmla="*/ 0 w 619467"/>
                <a:gd name="connsiteY12" fmla="*/ 696886 h 696886"/>
                <a:gd name="connsiteX13" fmla="*/ 1382 w 619467"/>
                <a:gd name="connsiteY13" fmla="*/ 350023 h 696886"/>
                <a:gd name="connsiteX14" fmla="*/ 348937 w 619467"/>
                <a:gd name="connsiteY14" fmla="*/ 271943 h 696886"/>
                <a:gd name="connsiteX15" fmla="*/ 348937 w 619467"/>
                <a:gd name="connsiteY15" fmla="*/ 216666 h 696886"/>
                <a:gd name="connsiteX16" fmla="*/ 293660 w 619467"/>
                <a:gd name="connsiteY16" fmla="*/ 199392 h 696886"/>
                <a:gd name="connsiteX17" fmla="*/ 255657 w 619467"/>
                <a:gd name="connsiteY17" fmla="*/ 199392 h 696886"/>
                <a:gd name="connsiteX18" fmla="*/ 255657 w 619467"/>
                <a:gd name="connsiteY18" fmla="*/ 244305 h 696886"/>
                <a:gd name="connsiteX19" fmla="*/ 255657 w 619467"/>
                <a:gd name="connsiteY19" fmla="*/ 289218 h 696886"/>
                <a:gd name="connsiteX20" fmla="*/ 293660 w 619467"/>
                <a:gd name="connsiteY20" fmla="*/ 289218 h 696886"/>
                <a:gd name="connsiteX21" fmla="*/ 348937 w 619467"/>
                <a:gd name="connsiteY21" fmla="*/ 271943 h 69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9467" h="696886">
                  <a:moveTo>
                    <a:pt x="1382" y="350023"/>
                  </a:moveTo>
                  <a:lnTo>
                    <a:pt x="3455" y="2468"/>
                  </a:lnTo>
                  <a:lnTo>
                    <a:pt x="213508" y="395"/>
                  </a:lnTo>
                  <a:cubicBezTo>
                    <a:pt x="382103" y="-987"/>
                    <a:pt x="431852" y="1086"/>
                    <a:pt x="464328" y="9377"/>
                  </a:cubicBezTo>
                  <a:cubicBezTo>
                    <a:pt x="533424" y="26651"/>
                    <a:pt x="574882" y="63272"/>
                    <a:pt x="605975" y="133751"/>
                  </a:cubicBezTo>
                  <a:cubicBezTo>
                    <a:pt x="624631" y="176591"/>
                    <a:pt x="623940" y="316165"/>
                    <a:pt x="603902" y="359005"/>
                  </a:cubicBezTo>
                  <a:cubicBezTo>
                    <a:pt x="584555" y="400463"/>
                    <a:pt x="551389" y="437775"/>
                    <a:pt x="512004" y="460577"/>
                  </a:cubicBezTo>
                  <a:cubicBezTo>
                    <a:pt x="481602" y="478542"/>
                    <a:pt x="475383" y="479233"/>
                    <a:pt x="368284" y="481306"/>
                  </a:cubicBezTo>
                  <a:lnTo>
                    <a:pt x="255657" y="484069"/>
                  </a:lnTo>
                  <a:lnTo>
                    <a:pt x="255657" y="590478"/>
                  </a:lnTo>
                  <a:lnTo>
                    <a:pt x="255657" y="696886"/>
                  </a:lnTo>
                  <a:lnTo>
                    <a:pt x="127828" y="696886"/>
                  </a:lnTo>
                  <a:lnTo>
                    <a:pt x="0" y="696886"/>
                  </a:lnTo>
                  <a:lnTo>
                    <a:pt x="1382" y="350023"/>
                  </a:lnTo>
                  <a:close/>
                  <a:moveTo>
                    <a:pt x="348937" y="271943"/>
                  </a:moveTo>
                  <a:cubicBezTo>
                    <a:pt x="370357" y="250524"/>
                    <a:pt x="370357" y="238086"/>
                    <a:pt x="348937" y="216666"/>
                  </a:cubicBezTo>
                  <a:cubicBezTo>
                    <a:pt x="335117" y="202156"/>
                    <a:pt x="325444" y="199392"/>
                    <a:pt x="293660" y="199392"/>
                  </a:cubicBezTo>
                  <a:lnTo>
                    <a:pt x="255657" y="199392"/>
                  </a:lnTo>
                  <a:lnTo>
                    <a:pt x="255657" y="244305"/>
                  </a:lnTo>
                  <a:lnTo>
                    <a:pt x="255657" y="289218"/>
                  </a:lnTo>
                  <a:lnTo>
                    <a:pt x="293660" y="289218"/>
                  </a:lnTo>
                  <a:cubicBezTo>
                    <a:pt x="325444" y="289218"/>
                    <a:pt x="335117" y="286454"/>
                    <a:pt x="348937" y="271943"/>
                  </a:cubicBez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8AAEE578-424A-2F74-47CE-B2F5ECB9CD84}"/>
                </a:ext>
              </a:extLst>
            </p:cNvPr>
            <p:cNvSpPr/>
            <p:nvPr/>
          </p:nvSpPr>
          <p:spPr>
            <a:xfrm>
              <a:off x="4512609" y="4028764"/>
              <a:ext cx="390354" cy="416476"/>
            </a:xfrm>
            <a:custGeom>
              <a:avLst/>
              <a:gdLst>
                <a:gd name="connsiteX0" fmla="*/ 0 w 677144"/>
                <a:gd name="connsiteY0" fmla="*/ 349628 h 699255"/>
                <a:gd name="connsiteX1" fmla="*/ 0 w 677144"/>
                <a:gd name="connsiteY1" fmla="*/ 0 h 699255"/>
                <a:gd name="connsiteX2" fmla="*/ 250820 w 677144"/>
                <a:gd name="connsiteY2" fmla="*/ 2764 h 699255"/>
                <a:gd name="connsiteX3" fmla="*/ 596302 w 677144"/>
                <a:gd name="connsiteY3" fmla="*/ 56659 h 699255"/>
                <a:gd name="connsiteX4" fmla="*/ 661943 w 677144"/>
                <a:gd name="connsiteY4" fmla="*/ 201761 h 699255"/>
                <a:gd name="connsiteX5" fmla="*/ 581101 w 677144"/>
                <a:gd name="connsiteY5" fmla="*/ 400759 h 699255"/>
                <a:gd name="connsiteX6" fmla="*/ 554153 w 677144"/>
                <a:gd name="connsiteY6" fmla="*/ 420106 h 699255"/>
                <a:gd name="connsiteX7" fmla="*/ 615649 w 677144"/>
                <a:gd name="connsiteY7" fmla="*/ 534115 h 699255"/>
                <a:gd name="connsiteX8" fmla="*/ 677144 w 677144"/>
                <a:gd name="connsiteY8" fmla="*/ 673690 h 699255"/>
                <a:gd name="connsiteX9" fmla="*/ 677144 w 677144"/>
                <a:gd name="connsiteY9" fmla="*/ 699255 h 699255"/>
                <a:gd name="connsiteX10" fmla="*/ 540334 w 677144"/>
                <a:gd name="connsiteY10" fmla="*/ 699255 h 699255"/>
                <a:gd name="connsiteX11" fmla="*/ 402832 w 677144"/>
                <a:gd name="connsiteY11" fmla="*/ 699255 h 699255"/>
                <a:gd name="connsiteX12" fmla="*/ 345482 w 677144"/>
                <a:gd name="connsiteY12" fmla="*/ 578337 h 699255"/>
                <a:gd name="connsiteX13" fmla="*/ 270167 w 677144"/>
                <a:gd name="connsiteY13" fmla="*/ 458800 h 699255"/>
                <a:gd name="connsiteX14" fmla="*/ 252202 w 677144"/>
                <a:gd name="connsiteY14" fmla="*/ 460873 h 699255"/>
                <a:gd name="connsiteX15" fmla="*/ 250129 w 677144"/>
                <a:gd name="connsiteY15" fmla="*/ 580410 h 699255"/>
                <a:gd name="connsiteX16" fmla="*/ 248747 w 677144"/>
                <a:gd name="connsiteY16" fmla="*/ 699255 h 699255"/>
                <a:gd name="connsiteX17" fmla="*/ 124373 w 677144"/>
                <a:gd name="connsiteY17" fmla="*/ 699255 h 699255"/>
                <a:gd name="connsiteX18" fmla="*/ 0 w 677144"/>
                <a:gd name="connsiteY18" fmla="*/ 699255 h 699255"/>
                <a:gd name="connsiteX19" fmla="*/ 0 w 677144"/>
                <a:gd name="connsiteY19" fmla="*/ 349628 h 699255"/>
                <a:gd name="connsiteX20" fmla="*/ 386940 w 677144"/>
                <a:gd name="connsiteY20" fmla="*/ 257039 h 699255"/>
                <a:gd name="connsiteX21" fmla="*/ 385558 w 677144"/>
                <a:gd name="connsiteY21" fmla="*/ 208671 h 699255"/>
                <a:gd name="connsiteX22" fmla="*/ 309552 w 677144"/>
                <a:gd name="connsiteY22" fmla="*/ 194852 h 699255"/>
                <a:gd name="connsiteX23" fmla="*/ 248747 w 677144"/>
                <a:gd name="connsiteY23" fmla="*/ 194852 h 699255"/>
                <a:gd name="connsiteX24" fmla="*/ 248747 w 677144"/>
                <a:gd name="connsiteY24" fmla="*/ 232855 h 699255"/>
                <a:gd name="connsiteX25" fmla="*/ 248747 w 677144"/>
                <a:gd name="connsiteY25" fmla="*/ 270858 h 699255"/>
                <a:gd name="connsiteX26" fmla="*/ 310934 w 677144"/>
                <a:gd name="connsiteY26" fmla="*/ 270858 h 699255"/>
                <a:gd name="connsiteX27" fmla="*/ 386940 w 677144"/>
                <a:gd name="connsiteY27" fmla="*/ 257039 h 6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7144" h="699255">
                  <a:moveTo>
                    <a:pt x="0" y="349628"/>
                  </a:moveTo>
                  <a:lnTo>
                    <a:pt x="0" y="0"/>
                  </a:lnTo>
                  <a:lnTo>
                    <a:pt x="250820" y="2764"/>
                  </a:lnTo>
                  <a:cubicBezTo>
                    <a:pt x="532042" y="6219"/>
                    <a:pt x="539643" y="7601"/>
                    <a:pt x="596302" y="56659"/>
                  </a:cubicBezTo>
                  <a:cubicBezTo>
                    <a:pt x="634305" y="90517"/>
                    <a:pt x="657107" y="141648"/>
                    <a:pt x="661943" y="201761"/>
                  </a:cubicBezTo>
                  <a:cubicBezTo>
                    <a:pt x="668162" y="290896"/>
                    <a:pt x="641214" y="357228"/>
                    <a:pt x="581101" y="400759"/>
                  </a:cubicBezTo>
                  <a:lnTo>
                    <a:pt x="554153" y="420106"/>
                  </a:lnTo>
                  <a:lnTo>
                    <a:pt x="615649" y="534115"/>
                  </a:lnTo>
                  <a:cubicBezTo>
                    <a:pt x="660561" y="617721"/>
                    <a:pt x="676453" y="654343"/>
                    <a:pt x="677144" y="673690"/>
                  </a:cubicBezTo>
                  <a:lnTo>
                    <a:pt x="677144" y="699255"/>
                  </a:lnTo>
                  <a:lnTo>
                    <a:pt x="540334" y="699255"/>
                  </a:lnTo>
                  <a:lnTo>
                    <a:pt x="402832" y="699255"/>
                  </a:lnTo>
                  <a:lnTo>
                    <a:pt x="345482" y="578337"/>
                  </a:lnTo>
                  <a:cubicBezTo>
                    <a:pt x="290896" y="464328"/>
                    <a:pt x="286750" y="456727"/>
                    <a:pt x="270167" y="458800"/>
                  </a:cubicBezTo>
                  <a:lnTo>
                    <a:pt x="252202" y="460873"/>
                  </a:lnTo>
                  <a:lnTo>
                    <a:pt x="250129" y="580410"/>
                  </a:lnTo>
                  <a:lnTo>
                    <a:pt x="248747" y="699255"/>
                  </a:lnTo>
                  <a:lnTo>
                    <a:pt x="124373" y="699255"/>
                  </a:lnTo>
                  <a:lnTo>
                    <a:pt x="0" y="699255"/>
                  </a:lnTo>
                  <a:lnTo>
                    <a:pt x="0" y="349628"/>
                  </a:lnTo>
                  <a:close/>
                  <a:moveTo>
                    <a:pt x="386940" y="257039"/>
                  </a:moveTo>
                  <a:cubicBezTo>
                    <a:pt x="404905" y="239074"/>
                    <a:pt x="404214" y="226636"/>
                    <a:pt x="385558" y="208671"/>
                  </a:cubicBezTo>
                  <a:cubicBezTo>
                    <a:pt x="373120" y="196925"/>
                    <a:pt x="361374" y="194852"/>
                    <a:pt x="309552" y="194852"/>
                  </a:cubicBezTo>
                  <a:lnTo>
                    <a:pt x="248747" y="194852"/>
                  </a:lnTo>
                  <a:lnTo>
                    <a:pt x="248747" y="232855"/>
                  </a:lnTo>
                  <a:lnTo>
                    <a:pt x="248747" y="270858"/>
                  </a:lnTo>
                  <a:lnTo>
                    <a:pt x="310934" y="270858"/>
                  </a:lnTo>
                  <a:cubicBezTo>
                    <a:pt x="364138" y="270858"/>
                    <a:pt x="375193" y="268785"/>
                    <a:pt x="386940" y="257039"/>
                  </a:cubicBez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5008914A-35CE-1E89-28D2-4CAD7AED9BE2}"/>
                </a:ext>
              </a:extLst>
            </p:cNvPr>
            <p:cNvSpPr/>
            <p:nvPr/>
          </p:nvSpPr>
          <p:spPr>
            <a:xfrm>
              <a:off x="4966694" y="4029587"/>
              <a:ext cx="438153" cy="415653"/>
            </a:xfrm>
            <a:custGeom>
              <a:avLst/>
              <a:gdLst>
                <a:gd name="connsiteX0" fmla="*/ 0 w 760060"/>
                <a:gd name="connsiteY0" fmla="*/ 671616 h 697873"/>
                <a:gd name="connsiteX1" fmla="*/ 110554 w 760060"/>
                <a:gd name="connsiteY1" fmla="*/ 341336 h 697873"/>
                <a:gd name="connsiteX2" fmla="*/ 228709 w 760060"/>
                <a:gd name="connsiteY2" fmla="*/ 18656 h 697873"/>
                <a:gd name="connsiteX3" fmla="*/ 237000 w 760060"/>
                <a:gd name="connsiteY3" fmla="*/ 0 h 697873"/>
                <a:gd name="connsiteX4" fmla="*/ 378648 w 760060"/>
                <a:gd name="connsiteY4" fmla="*/ 1382 h 697873"/>
                <a:gd name="connsiteX5" fmla="*/ 520296 w 760060"/>
                <a:gd name="connsiteY5" fmla="*/ 3455 h 697873"/>
                <a:gd name="connsiteX6" fmla="*/ 640523 w 760060"/>
                <a:gd name="connsiteY6" fmla="*/ 331663 h 697873"/>
                <a:gd name="connsiteX7" fmla="*/ 760060 w 760060"/>
                <a:gd name="connsiteY7" fmla="*/ 678526 h 697873"/>
                <a:gd name="connsiteX8" fmla="*/ 760060 w 760060"/>
                <a:gd name="connsiteY8" fmla="*/ 697873 h 697873"/>
                <a:gd name="connsiteX9" fmla="*/ 627395 w 760060"/>
                <a:gd name="connsiteY9" fmla="*/ 696492 h 697873"/>
                <a:gd name="connsiteX10" fmla="*/ 494730 w 760060"/>
                <a:gd name="connsiteY10" fmla="*/ 694419 h 697873"/>
                <a:gd name="connsiteX11" fmla="*/ 481602 w 760060"/>
                <a:gd name="connsiteY11" fmla="*/ 651579 h 697873"/>
                <a:gd name="connsiteX12" fmla="*/ 468473 w 760060"/>
                <a:gd name="connsiteY12" fmla="*/ 608048 h 697873"/>
                <a:gd name="connsiteX13" fmla="*/ 373120 w 760060"/>
                <a:gd name="connsiteY13" fmla="*/ 608048 h 697873"/>
                <a:gd name="connsiteX14" fmla="*/ 277768 w 760060"/>
                <a:gd name="connsiteY14" fmla="*/ 608048 h 697873"/>
                <a:gd name="connsiteX15" fmla="*/ 265330 w 760060"/>
                <a:gd name="connsiteY15" fmla="*/ 652961 h 697873"/>
                <a:gd name="connsiteX16" fmla="*/ 252202 w 760060"/>
                <a:gd name="connsiteY16" fmla="*/ 697873 h 697873"/>
                <a:gd name="connsiteX17" fmla="*/ 126446 w 760060"/>
                <a:gd name="connsiteY17" fmla="*/ 697873 h 697873"/>
                <a:gd name="connsiteX18" fmla="*/ 0 w 760060"/>
                <a:gd name="connsiteY18" fmla="*/ 697873 h 697873"/>
                <a:gd name="connsiteX19" fmla="*/ 0 w 760060"/>
                <a:gd name="connsiteY19" fmla="*/ 671616 h 697873"/>
                <a:gd name="connsiteX20" fmla="*/ 407669 w 760060"/>
                <a:gd name="connsiteY20" fmla="*/ 410433 h 697873"/>
                <a:gd name="connsiteX21" fmla="*/ 373120 w 760060"/>
                <a:gd name="connsiteY21" fmla="*/ 301951 h 697873"/>
                <a:gd name="connsiteX22" fmla="*/ 338572 w 760060"/>
                <a:gd name="connsiteY22" fmla="*/ 410433 h 697873"/>
                <a:gd name="connsiteX23" fmla="*/ 373120 w 760060"/>
                <a:gd name="connsiteY23" fmla="*/ 414578 h 697873"/>
                <a:gd name="connsiteX24" fmla="*/ 407669 w 760060"/>
                <a:gd name="connsiteY24" fmla="*/ 410433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0060" h="697873">
                  <a:moveTo>
                    <a:pt x="0" y="671616"/>
                  </a:moveTo>
                  <a:cubicBezTo>
                    <a:pt x="0" y="655034"/>
                    <a:pt x="40076" y="534806"/>
                    <a:pt x="110554" y="341336"/>
                  </a:cubicBezTo>
                  <a:cubicBezTo>
                    <a:pt x="171359" y="174814"/>
                    <a:pt x="224563" y="29711"/>
                    <a:pt x="228709" y="18656"/>
                  </a:cubicBezTo>
                  <a:lnTo>
                    <a:pt x="237000" y="0"/>
                  </a:lnTo>
                  <a:lnTo>
                    <a:pt x="378648" y="1382"/>
                  </a:lnTo>
                  <a:lnTo>
                    <a:pt x="520296" y="3455"/>
                  </a:lnTo>
                  <a:lnTo>
                    <a:pt x="640523" y="331663"/>
                  </a:lnTo>
                  <a:cubicBezTo>
                    <a:pt x="706165" y="512004"/>
                    <a:pt x="760060" y="668162"/>
                    <a:pt x="760060" y="678526"/>
                  </a:cubicBezTo>
                  <a:lnTo>
                    <a:pt x="760060" y="697873"/>
                  </a:lnTo>
                  <a:lnTo>
                    <a:pt x="627395" y="696492"/>
                  </a:lnTo>
                  <a:lnTo>
                    <a:pt x="494730" y="694419"/>
                  </a:lnTo>
                  <a:lnTo>
                    <a:pt x="481602" y="651579"/>
                  </a:lnTo>
                  <a:lnTo>
                    <a:pt x="468473" y="608048"/>
                  </a:lnTo>
                  <a:lnTo>
                    <a:pt x="373120" y="608048"/>
                  </a:lnTo>
                  <a:lnTo>
                    <a:pt x="277768" y="608048"/>
                  </a:lnTo>
                  <a:lnTo>
                    <a:pt x="265330" y="652961"/>
                  </a:lnTo>
                  <a:lnTo>
                    <a:pt x="252202" y="697873"/>
                  </a:lnTo>
                  <a:lnTo>
                    <a:pt x="126446" y="697873"/>
                  </a:lnTo>
                  <a:lnTo>
                    <a:pt x="0" y="697873"/>
                  </a:lnTo>
                  <a:lnTo>
                    <a:pt x="0" y="671616"/>
                  </a:lnTo>
                  <a:close/>
                  <a:moveTo>
                    <a:pt x="407669" y="410433"/>
                  </a:moveTo>
                  <a:cubicBezTo>
                    <a:pt x="407669" y="393849"/>
                    <a:pt x="376575" y="297805"/>
                    <a:pt x="373120" y="301951"/>
                  </a:cubicBezTo>
                  <a:cubicBezTo>
                    <a:pt x="368284" y="306788"/>
                    <a:pt x="338572" y="401450"/>
                    <a:pt x="338572" y="410433"/>
                  </a:cubicBezTo>
                  <a:cubicBezTo>
                    <a:pt x="338572" y="412505"/>
                    <a:pt x="354464" y="414578"/>
                    <a:pt x="373120" y="414578"/>
                  </a:cubicBezTo>
                  <a:cubicBezTo>
                    <a:pt x="392467" y="414578"/>
                    <a:pt x="407669" y="412505"/>
                    <a:pt x="407669" y="410433"/>
                  </a:cubicBez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8CC3385E-F46B-E436-93E7-1E98E714BE1B}"/>
                </a:ext>
              </a:extLst>
            </p:cNvPr>
            <p:cNvSpPr/>
            <p:nvPr/>
          </p:nvSpPr>
          <p:spPr>
            <a:xfrm>
              <a:off x="5456630" y="4029587"/>
              <a:ext cx="394736" cy="415653"/>
            </a:xfrm>
            <a:custGeom>
              <a:avLst/>
              <a:gdLst>
                <a:gd name="connsiteX0" fmla="*/ 214199 w 684744"/>
                <a:gd name="connsiteY0" fmla="*/ 452581 h 697873"/>
                <a:gd name="connsiteX1" fmla="*/ 214199 w 684744"/>
                <a:gd name="connsiteY1" fmla="*/ 207289 h 697873"/>
                <a:gd name="connsiteX2" fmla="*/ 107099 w 684744"/>
                <a:gd name="connsiteY2" fmla="*/ 207289 h 697873"/>
                <a:gd name="connsiteX3" fmla="*/ 0 w 684744"/>
                <a:gd name="connsiteY3" fmla="*/ 207289 h 697873"/>
                <a:gd name="connsiteX4" fmla="*/ 0 w 684744"/>
                <a:gd name="connsiteY4" fmla="*/ 103645 h 697873"/>
                <a:gd name="connsiteX5" fmla="*/ 0 w 684744"/>
                <a:gd name="connsiteY5" fmla="*/ 0 h 697873"/>
                <a:gd name="connsiteX6" fmla="*/ 340645 w 684744"/>
                <a:gd name="connsiteY6" fmla="*/ 1382 h 697873"/>
                <a:gd name="connsiteX7" fmla="*/ 680599 w 684744"/>
                <a:gd name="connsiteY7" fmla="*/ 3455 h 697873"/>
                <a:gd name="connsiteX8" fmla="*/ 682672 w 684744"/>
                <a:gd name="connsiteY8" fmla="*/ 105717 h 697873"/>
                <a:gd name="connsiteX9" fmla="*/ 684745 w 684744"/>
                <a:gd name="connsiteY9" fmla="*/ 207289 h 697873"/>
                <a:gd name="connsiteX10" fmla="*/ 576955 w 684744"/>
                <a:gd name="connsiteY10" fmla="*/ 207289 h 697873"/>
                <a:gd name="connsiteX11" fmla="*/ 469855 w 684744"/>
                <a:gd name="connsiteY11" fmla="*/ 207289 h 697873"/>
                <a:gd name="connsiteX12" fmla="*/ 469855 w 684744"/>
                <a:gd name="connsiteY12" fmla="*/ 452581 h 697873"/>
                <a:gd name="connsiteX13" fmla="*/ 469855 w 684744"/>
                <a:gd name="connsiteY13" fmla="*/ 697873 h 697873"/>
                <a:gd name="connsiteX14" fmla="*/ 342027 w 684744"/>
                <a:gd name="connsiteY14" fmla="*/ 697873 h 697873"/>
                <a:gd name="connsiteX15" fmla="*/ 214199 w 684744"/>
                <a:gd name="connsiteY15" fmla="*/ 697873 h 697873"/>
                <a:gd name="connsiteX16" fmla="*/ 214199 w 684744"/>
                <a:gd name="connsiteY16" fmla="*/ 452581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744" h="697873">
                  <a:moveTo>
                    <a:pt x="214199" y="452581"/>
                  </a:moveTo>
                  <a:lnTo>
                    <a:pt x="214199" y="207289"/>
                  </a:lnTo>
                  <a:lnTo>
                    <a:pt x="107099" y="207289"/>
                  </a:lnTo>
                  <a:lnTo>
                    <a:pt x="0" y="207289"/>
                  </a:lnTo>
                  <a:lnTo>
                    <a:pt x="0" y="103645"/>
                  </a:lnTo>
                  <a:lnTo>
                    <a:pt x="0" y="0"/>
                  </a:lnTo>
                  <a:lnTo>
                    <a:pt x="340645" y="1382"/>
                  </a:lnTo>
                  <a:lnTo>
                    <a:pt x="680599" y="3455"/>
                  </a:lnTo>
                  <a:lnTo>
                    <a:pt x="682672" y="105717"/>
                  </a:lnTo>
                  <a:lnTo>
                    <a:pt x="684745" y="207289"/>
                  </a:lnTo>
                  <a:lnTo>
                    <a:pt x="576955" y="207289"/>
                  </a:lnTo>
                  <a:lnTo>
                    <a:pt x="469855" y="207289"/>
                  </a:lnTo>
                  <a:lnTo>
                    <a:pt x="469855" y="452581"/>
                  </a:lnTo>
                  <a:lnTo>
                    <a:pt x="469855" y="697873"/>
                  </a:lnTo>
                  <a:lnTo>
                    <a:pt x="342027" y="697873"/>
                  </a:lnTo>
                  <a:lnTo>
                    <a:pt x="214199" y="697873"/>
                  </a:lnTo>
                  <a:lnTo>
                    <a:pt x="214199" y="452581"/>
                  </a:ln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B0DBBF7F-1151-4E0A-1739-1809CE71422D}"/>
                </a:ext>
              </a:extLst>
            </p:cNvPr>
            <p:cNvSpPr/>
            <p:nvPr/>
          </p:nvSpPr>
          <p:spPr>
            <a:xfrm>
              <a:off x="5942581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12608C41-BBD3-6508-E776-F98201CA6A1E}"/>
                </a:ext>
              </a:extLst>
            </p:cNvPr>
            <p:cNvSpPr/>
            <p:nvPr/>
          </p:nvSpPr>
          <p:spPr>
            <a:xfrm>
              <a:off x="6464382" y="4029587"/>
              <a:ext cx="143395" cy="415653"/>
            </a:xfrm>
            <a:custGeom>
              <a:avLst/>
              <a:gdLst>
                <a:gd name="connsiteX0" fmla="*/ 0 w 248746"/>
                <a:gd name="connsiteY0" fmla="*/ 348937 h 697873"/>
                <a:gd name="connsiteX1" fmla="*/ 0 w 248746"/>
                <a:gd name="connsiteY1" fmla="*/ 0 h 697873"/>
                <a:gd name="connsiteX2" fmla="*/ 124373 w 248746"/>
                <a:gd name="connsiteY2" fmla="*/ 0 h 697873"/>
                <a:gd name="connsiteX3" fmla="*/ 248747 w 248746"/>
                <a:gd name="connsiteY3" fmla="*/ 0 h 697873"/>
                <a:gd name="connsiteX4" fmla="*/ 248747 w 248746"/>
                <a:gd name="connsiteY4" fmla="*/ 348937 h 697873"/>
                <a:gd name="connsiteX5" fmla="*/ 248747 w 248746"/>
                <a:gd name="connsiteY5" fmla="*/ 697873 h 697873"/>
                <a:gd name="connsiteX6" fmla="*/ 124373 w 248746"/>
                <a:gd name="connsiteY6" fmla="*/ 697873 h 697873"/>
                <a:gd name="connsiteX7" fmla="*/ 0 w 248746"/>
                <a:gd name="connsiteY7" fmla="*/ 697873 h 697873"/>
                <a:gd name="connsiteX8" fmla="*/ 0 w 248746"/>
                <a:gd name="connsiteY8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746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348937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FBDC34CD-1D9A-9CC0-9F64-82619ACEF5D1}"/>
                </a:ext>
              </a:extLst>
            </p:cNvPr>
            <p:cNvSpPr/>
            <p:nvPr/>
          </p:nvSpPr>
          <p:spPr>
            <a:xfrm>
              <a:off x="6731258" y="4029175"/>
              <a:ext cx="386371" cy="416064"/>
            </a:xfrm>
            <a:custGeom>
              <a:avLst/>
              <a:gdLst>
                <a:gd name="connsiteX0" fmla="*/ 0 w 670234"/>
                <a:gd name="connsiteY0" fmla="*/ 348937 h 698564"/>
                <a:gd name="connsiteX1" fmla="*/ 0 w 670234"/>
                <a:gd name="connsiteY1" fmla="*/ 0 h 698564"/>
                <a:gd name="connsiteX2" fmla="*/ 261184 w 670234"/>
                <a:gd name="connsiteY2" fmla="*/ 2073 h 698564"/>
                <a:gd name="connsiteX3" fmla="*/ 557607 w 670234"/>
                <a:gd name="connsiteY3" fmla="*/ 20729 h 698564"/>
                <a:gd name="connsiteX4" fmla="*/ 650197 w 670234"/>
                <a:gd name="connsiteY4" fmla="*/ 119537 h 698564"/>
                <a:gd name="connsiteX5" fmla="*/ 637068 w 670234"/>
                <a:gd name="connsiteY5" fmla="*/ 288822 h 698564"/>
                <a:gd name="connsiteX6" fmla="*/ 608048 w 670234"/>
                <a:gd name="connsiteY6" fmla="*/ 325444 h 698564"/>
                <a:gd name="connsiteX7" fmla="*/ 619794 w 670234"/>
                <a:gd name="connsiteY7" fmla="*/ 355156 h 698564"/>
                <a:gd name="connsiteX8" fmla="*/ 670235 w 670234"/>
                <a:gd name="connsiteY8" fmla="*/ 498185 h 698564"/>
                <a:gd name="connsiteX9" fmla="*/ 607357 w 670234"/>
                <a:gd name="connsiteY9" fmla="*/ 657106 h 698564"/>
                <a:gd name="connsiteX10" fmla="*/ 254275 w 670234"/>
                <a:gd name="connsiteY10" fmla="*/ 698564 h 698564"/>
                <a:gd name="connsiteX11" fmla="*/ 0 w 670234"/>
                <a:gd name="connsiteY11" fmla="*/ 698564 h 698564"/>
                <a:gd name="connsiteX12" fmla="*/ 0 w 670234"/>
                <a:gd name="connsiteY12" fmla="*/ 348937 h 698564"/>
                <a:gd name="connsiteX13" fmla="*/ 399377 w 670234"/>
                <a:gd name="connsiteY13" fmla="*/ 494039 h 698564"/>
                <a:gd name="connsiteX14" fmla="*/ 402832 w 670234"/>
                <a:gd name="connsiteY14" fmla="*/ 448436 h 698564"/>
                <a:gd name="connsiteX15" fmla="*/ 319916 w 670234"/>
                <a:gd name="connsiteY15" fmla="*/ 435998 h 698564"/>
                <a:gd name="connsiteX16" fmla="*/ 248747 w 670234"/>
                <a:gd name="connsiteY16" fmla="*/ 435998 h 698564"/>
                <a:gd name="connsiteX17" fmla="*/ 248747 w 670234"/>
                <a:gd name="connsiteY17" fmla="*/ 470546 h 698564"/>
                <a:gd name="connsiteX18" fmla="*/ 248747 w 670234"/>
                <a:gd name="connsiteY18" fmla="*/ 505094 h 698564"/>
                <a:gd name="connsiteX19" fmla="*/ 316461 w 670234"/>
                <a:gd name="connsiteY19" fmla="*/ 505094 h 698564"/>
                <a:gd name="connsiteX20" fmla="*/ 399377 w 670234"/>
                <a:gd name="connsiteY20" fmla="*/ 494039 h 698564"/>
                <a:gd name="connsiteX21" fmla="*/ 386940 w 670234"/>
                <a:gd name="connsiteY21" fmla="*/ 242528 h 698564"/>
                <a:gd name="connsiteX22" fmla="*/ 385558 w 670234"/>
                <a:gd name="connsiteY22" fmla="*/ 201070 h 698564"/>
                <a:gd name="connsiteX23" fmla="*/ 309552 w 670234"/>
                <a:gd name="connsiteY23" fmla="*/ 187251 h 698564"/>
                <a:gd name="connsiteX24" fmla="*/ 248747 w 670234"/>
                <a:gd name="connsiteY24" fmla="*/ 187251 h 698564"/>
                <a:gd name="connsiteX25" fmla="*/ 248747 w 670234"/>
                <a:gd name="connsiteY25" fmla="*/ 221799 h 698564"/>
                <a:gd name="connsiteX26" fmla="*/ 248747 w 670234"/>
                <a:gd name="connsiteY26" fmla="*/ 256347 h 698564"/>
                <a:gd name="connsiteX27" fmla="*/ 310934 w 670234"/>
                <a:gd name="connsiteY27" fmla="*/ 256347 h 698564"/>
                <a:gd name="connsiteX28" fmla="*/ 386940 w 670234"/>
                <a:gd name="connsiteY28" fmla="*/ 242528 h 69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70234" h="698564">
                  <a:moveTo>
                    <a:pt x="0" y="348937"/>
                  </a:moveTo>
                  <a:lnTo>
                    <a:pt x="0" y="0"/>
                  </a:lnTo>
                  <a:lnTo>
                    <a:pt x="261184" y="2073"/>
                  </a:lnTo>
                  <a:cubicBezTo>
                    <a:pt x="518223" y="4146"/>
                    <a:pt x="522368" y="4146"/>
                    <a:pt x="557607" y="20729"/>
                  </a:cubicBezTo>
                  <a:cubicBezTo>
                    <a:pt x="602520" y="40767"/>
                    <a:pt x="639141" y="80152"/>
                    <a:pt x="650197" y="119537"/>
                  </a:cubicBezTo>
                  <a:cubicBezTo>
                    <a:pt x="661944" y="164449"/>
                    <a:pt x="655034" y="253583"/>
                    <a:pt x="637068" y="288822"/>
                  </a:cubicBezTo>
                  <a:cubicBezTo>
                    <a:pt x="628777" y="304715"/>
                    <a:pt x="615649" y="321298"/>
                    <a:pt x="608048" y="325444"/>
                  </a:cubicBezTo>
                  <a:cubicBezTo>
                    <a:pt x="594920" y="332353"/>
                    <a:pt x="595610" y="333735"/>
                    <a:pt x="619794" y="355156"/>
                  </a:cubicBezTo>
                  <a:cubicBezTo>
                    <a:pt x="658489" y="389012"/>
                    <a:pt x="670235" y="421488"/>
                    <a:pt x="670235" y="498185"/>
                  </a:cubicBezTo>
                  <a:cubicBezTo>
                    <a:pt x="670235" y="579719"/>
                    <a:pt x="652961" y="623940"/>
                    <a:pt x="607357" y="657106"/>
                  </a:cubicBezTo>
                  <a:cubicBezTo>
                    <a:pt x="552771" y="696491"/>
                    <a:pt x="534806" y="698564"/>
                    <a:pt x="254275" y="698564"/>
                  </a:cubicBezTo>
                  <a:lnTo>
                    <a:pt x="0" y="698564"/>
                  </a:lnTo>
                  <a:lnTo>
                    <a:pt x="0" y="348937"/>
                  </a:lnTo>
                  <a:close/>
                  <a:moveTo>
                    <a:pt x="399377" y="494039"/>
                  </a:moveTo>
                  <a:cubicBezTo>
                    <a:pt x="417342" y="481601"/>
                    <a:pt x="418724" y="465710"/>
                    <a:pt x="402832" y="448436"/>
                  </a:cubicBezTo>
                  <a:cubicBezTo>
                    <a:pt x="393159" y="438071"/>
                    <a:pt x="380721" y="435998"/>
                    <a:pt x="319916" y="435998"/>
                  </a:cubicBezTo>
                  <a:lnTo>
                    <a:pt x="248747" y="435998"/>
                  </a:lnTo>
                  <a:lnTo>
                    <a:pt x="248747" y="470546"/>
                  </a:lnTo>
                  <a:lnTo>
                    <a:pt x="248747" y="505094"/>
                  </a:lnTo>
                  <a:lnTo>
                    <a:pt x="316461" y="505094"/>
                  </a:lnTo>
                  <a:cubicBezTo>
                    <a:pt x="366211" y="505094"/>
                    <a:pt x="387630" y="502330"/>
                    <a:pt x="399377" y="494039"/>
                  </a:cubicBezTo>
                  <a:close/>
                  <a:moveTo>
                    <a:pt x="386940" y="242528"/>
                  </a:moveTo>
                  <a:cubicBezTo>
                    <a:pt x="404214" y="225254"/>
                    <a:pt x="404214" y="219035"/>
                    <a:pt x="385558" y="201070"/>
                  </a:cubicBezTo>
                  <a:cubicBezTo>
                    <a:pt x="373120" y="189324"/>
                    <a:pt x="361374" y="187251"/>
                    <a:pt x="309552" y="187251"/>
                  </a:cubicBezTo>
                  <a:lnTo>
                    <a:pt x="248747" y="187251"/>
                  </a:lnTo>
                  <a:lnTo>
                    <a:pt x="248747" y="221799"/>
                  </a:lnTo>
                  <a:lnTo>
                    <a:pt x="248747" y="256347"/>
                  </a:lnTo>
                  <a:lnTo>
                    <a:pt x="310934" y="256347"/>
                  </a:lnTo>
                  <a:cubicBezTo>
                    <a:pt x="364138" y="256347"/>
                    <a:pt x="375193" y="254274"/>
                    <a:pt x="386940" y="242528"/>
                  </a:cubicBez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0F99800A-5A26-D068-047E-DFDF454378A8}"/>
                </a:ext>
              </a:extLst>
            </p:cNvPr>
            <p:cNvSpPr/>
            <p:nvPr/>
          </p:nvSpPr>
          <p:spPr>
            <a:xfrm>
              <a:off x="7217208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B1731EA8-0C07-B9C3-903B-276FEB7EFBCE}"/>
                </a:ext>
              </a:extLst>
            </p:cNvPr>
            <p:cNvSpPr/>
            <p:nvPr/>
          </p:nvSpPr>
          <p:spPr>
            <a:xfrm>
              <a:off x="7699178" y="4029587"/>
              <a:ext cx="438153" cy="415653"/>
            </a:xfrm>
            <a:custGeom>
              <a:avLst/>
              <a:gdLst>
                <a:gd name="connsiteX0" fmla="*/ 0 w 760060"/>
                <a:gd name="connsiteY0" fmla="*/ 676454 h 697873"/>
                <a:gd name="connsiteX1" fmla="*/ 231473 w 760060"/>
                <a:gd name="connsiteY1" fmla="*/ 22802 h 697873"/>
                <a:gd name="connsiteX2" fmla="*/ 241147 w 760060"/>
                <a:gd name="connsiteY2" fmla="*/ 0 h 697873"/>
                <a:gd name="connsiteX3" fmla="*/ 382103 w 760060"/>
                <a:gd name="connsiteY3" fmla="*/ 0 h 697873"/>
                <a:gd name="connsiteX4" fmla="*/ 523059 w 760060"/>
                <a:gd name="connsiteY4" fmla="*/ 0 h 697873"/>
                <a:gd name="connsiteX5" fmla="*/ 641905 w 760060"/>
                <a:gd name="connsiteY5" fmla="*/ 326826 h 697873"/>
                <a:gd name="connsiteX6" fmla="*/ 760060 w 760060"/>
                <a:gd name="connsiteY6" fmla="*/ 675763 h 697873"/>
                <a:gd name="connsiteX7" fmla="*/ 760060 w 760060"/>
                <a:gd name="connsiteY7" fmla="*/ 697873 h 697873"/>
                <a:gd name="connsiteX8" fmla="*/ 629468 w 760060"/>
                <a:gd name="connsiteY8" fmla="*/ 697873 h 697873"/>
                <a:gd name="connsiteX9" fmla="*/ 498875 w 760060"/>
                <a:gd name="connsiteY9" fmla="*/ 697873 h 697873"/>
                <a:gd name="connsiteX10" fmla="*/ 485748 w 760060"/>
                <a:gd name="connsiteY10" fmla="*/ 655034 h 697873"/>
                <a:gd name="connsiteX11" fmla="*/ 472619 w 760060"/>
                <a:gd name="connsiteY11" fmla="*/ 611503 h 697873"/>
                <a:gd name="connsiteX12" fmla="*/ 376575 w 760060"/>
                <a:gd name="connsiteY12" fmla="*/ 611503 h 697873"/>
                <a:gd name="connsiteX13" fmla="*/ 280531 w 760060"/>
                <a:gd name="connsiteY13" fmla="*/ 611503 h 697873"/>
                <a:gd name="connsiteX14" fmla="*/ 268094 w 760060"/>
                <a:gd name="connsiteY14" fmla="*/ 655034 h 697873"/>
                <a:gd name="connsiteX15" fmla="*/ 254966 w 760060"/>
                <a:gd name="connsiteY15" fmla="*/ 697873 h 697873"/>
                <a:gd name="connsiteX16" fmla="*/ 127828 w 760060"/>
                <a:gd name="connsiteY16" fmla="*/ 697873 h 697873"/>
                <a:gd name="connsiteX17" fmla="*/ 0 w 760060"/>
                <a:gd name="connsiteY17" fmla="*/ 697873 h 697873"/>
                <a:gd name="connsiteX18" fmla="*/ 0 w 760060"/>
                <a:gd name="connsiteY18" fmla="*/ 676454 h 697873"/>
                <a:gd name="connsiteX19" fmla="*/ 413887 w 760060"/>
                <a:gd name="connsiteY19" fmla="*/ 409742 h 697873"/>
                <a:gd name="connsiteX20" fmla="*/ 395231 w 760060"/>
                <a:gd name="connsiteY20" fmla="*/ 346863 h 697873"/>
                <a:gd name="connsiteX21" fmla="*/ 376575 w 760060"/>
                <a:gd name="connsiteY21" fmla="*/ 289514 h 697873"/>
                <a:gd name="connsiteX22" fmla="*/ 358610 w 760060"/>
                <a:gd name="connsiteY22" fmla="*/ 351701 h 697873"/>
                <a:gd name="connsiteX23" fmla="*/ 339954 w 760060"/>
                <a:gd name="connsiteY23" fmla="*/ 414578 h 697873"/>
                <a:gd name="connsiteX24" fmla="*/ 377266 w 760060"/>
                <a:gd name="connsiteY24" fmla="*/ 414578 h 697873"/>
                <a:gd name="connsiteX25" fmla="*/ 413887 w 760060"/>
                <a:gd name="connsiteY25" fmla="*/ 409742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0060" h="697873">
                  <a:moveTo>
                    <a:pt x="0" y="676454"/>
                  </a:moveTo>
                  <a:cubicBezTo>
                    <a:pt x="0" y="659870"/>
                    <a:pt x="192088" y="118846"/>
                    <a:pt x="231473" y="22802"/>
                  </a:cubicBezTo>
                  <a:lnTo>
                    <a:pt x="241147" y="0"/>
                  </a:lnTo>
                  <a:lnTo>
                    <a:pt x="382103" y="0"/>
                  </a:lnTo>
                  <a:lnTo>
                    <a:pt x="523059" y="0"/>
                  </a:lnTo>
                  <a:lnTo>
                    <a:pt x="641905" y="326826"/>
                  </a:lnTo>
                  <a:cubicBezTo>
                    <a:pt x="706856" y="505785"/>
                    <a:pt x="760060" y="663325"/>
                    <a:pt x="760060" y="675763"/>
                  </a:cubicBezTo>
                  <a:lnTo>
                    <a:pt x="760060" y="697873"/>
                  </a:lnTo>
                  <a:lnTo>
                    <a:pt x="629468" y="697873"/>
                  </a:lnTo>
                  <a:lnTo>
                    <a:pt x="498875" y="697873"/>
                  </a:lnTo>
                  <a:lnTo>
                    <a:pt x="485748" y="655034"/>
                  </a:lnTo>
                  <a:lnTo>
                    <a:pt x="472619" y="611503"/>
                  </a:lnTo>
                  <a:lnTo>
                    <a:pt x="376575" y="611503"/>
                  </a:lnTo>
                  <a:lnTo>
                    <a:pt x="280531" y="611503"/>
                  </a:lnTo>
                  <a:lnTo>
                    <a:pt x="268094" y="655034"/>
                  </a:lnTo>
                  <a:lnTo>
                    <a:pt x="254966" y="697873"/>
                  </a:lnTo>
                  <a:lnTo>
                    <a:pt x="127828" y="697873"/>
                  </a:lnTo>
                  <a:lnTo>
                    <a:pt x="0" y="697873"/>
                  </a:lnTo>
                  <a:lnTo>
                    <a:pt x="0" y="676454"/>
                  </a:lnTo>
                  <a:close/>
                  <a:moveTo>
                    <a:pt x="413887" y="409742"/>
                  </a:moveTo>
                  <a:cubicBezTo>
                    <a:pt x="413887" y="406287"/>
                    <a:pt x="404905" y="378648"/>
                    <a:pt x="395231" y="346863"/>
                  </a:cubicBezTo>
                  <a:lnTo>
                    <a:pt x="376575" y="289514"/>
                  </a:lnTo>
                  <a:lnTo>
                    <a:pt x="358610" y="351701"/>
                  </a:lnTo>
                  <a:lnTo>
                    <a:pt x="339954" y="414578"/>
                  </a:lnTo>
                  <a:lnTo>
                    <a:pt x="377266" y="414578"/>
                  </a:lnTo>
                  <a:cubicBezTo>
                    <a:pt x="397995" y="414578"/>
                    <a:pt x="414578" y="412505"/>
                    <a:pt x="413887" y="409742"/>
                  </a:cubicBezTo>
                  <a:close/>
                </a:path>
              </a:pathLst>
            </a:custGeom>
            <a:solidFill>
              <a:srgbClr val="00B05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61521F3E-D46E-DA1F-E0E3-0CDEAFF2DF84}"/>
                </a:ext>
              </a:extLst>
            </p:cNvPr>
            <p:cNvSpPr/>
            <p:nvPr/>
          </p:nvSpPr>
          <p:spPr>
            <a:xfrm>
              <a:off x="5351074" y="1540301"/>
              <a:ext cx="1671086" cy="2057171"/>
            </a:xfrm>
            <a:custGeom>
              <a:avLst/>
              <a:gdLst>
                <a:gd name="connsiteX0" fmla="*/ 801518 w 2898816"/>
                <a:gd name="connsiteY0" fmla="*/ 3447047 h 3453956"/>
                <a:gd name="connsiteX1" fmla="*/ 398686 w 2898816"/>
                <a:gd name="connsiteY1" fmla="*/ 3440137 h 3453956"/>
                <a:gd name="connsiteX2" fmla="*/ 0 w 2898816"/>
                <a:gd name="connsiteY2" fmla="*/ 3440137 h 3453956"/>
                <a:gd name="connsiteX3" fmla="*/ 0 w 2898816"/>
                <a:gd name="connsiteY3" fmla="*/ 1721019 h 3453956"/>
                <a:gd name="connsiteX4" fmla="*/ 0 w 2898816"/>
                <a:gd name="connsiteY4" fmla="*/ 2592 h 3453956"/>
                <a:gd name="connsiteX5" fmla="*/ 856795 w 2898816"/>
                <a:gd name="connsiteY5" fmla="*/ 520 h 3453956"/>
                <a:gd name="connsiteX6" fmla="*/ 1996194 w 2898816"/>
                <a:gd name="connsiteY6" fmla="*/ 23321 h 3453956"/>
                <a:gd name="connsiteX7" fmla="*/ 2698213 w 2898816"/>
                <a:gd name="connsiteY7" fmla="*/ 483503 h 3453956"/>
                <a:gd name="connsiteX8" fmla="*/ 2888228 w 2898816"/>
                <a:gd name="connsiteY8" fmla="*/ 970632 h 3453956"/>
                <a:gd name="connsiteX9" fmla="*/ 2885464 w 2898816"/>
                <a:gd name="connsiteY9" fmla="*/ 1415613 h 3453956"/>
                <a:gd name="connsiteX10" fmla="*/ 2508198 w 2898816"/>
                <a:gd name="connsiteY10" fmla="*/ 2096903 h 3453956"/>
                <a:gd name="connsiteX11" fmla="*/ 1982375 w 2898816"/>
                <a:gd name="connsiteY11" fmla="*/ 2320776 h 3453956"/>
                <a:gd name="connsiteX12" fmla="*/ 1372254 w 2898816"/>
                <a:gd name="connsiteY12" fmla="*/ 2338741 h 3453956"/>
                <a:gd name="connsiteX13" fmla="*/ 1350834 w 2898816"/>
                <a:gd name="connsiteY13" fmla="*/ 2168764 h 3453956"/>
                <a:gd name="connsiteX14" fmla="*/ 1350834 w 2898816"/>
                <a:gd name="connsiteY14" fmla="*/ 2023661 h 3453956"/>
                <a:gd name="connsiteX15" fmla="*/ 1357053 w 2898816"/>
                <a:gd name="connsiteY15" fmla="*/ 1941436 h 3453956"/>
                <a:gd name="connsiteX16" fmla="*/ 1617546 w 2898816"/>
                <a:gd name="connsiteY16" fmla="*/ 1935909 h 3453956"/>
                <a:gd name="connsiteX17" fmla="*/ 1865602 w 2898816"/>
                <a:gd name="connsiteY17" fmla="*/ 1936600 h 3453956"/>
                <a:gd name="connsiteX18" fmla="*/ 1927789 w 2898816"/>
                <a:gd name="connsiteY18" fmla="*/ 1917944 h 3453956"/>
                <a:gd name="connsiteX19" fmla="*/ 2385207 w 2898816"/>
                <a:gd name="connsiteY19" fmla="*/ 1567625 h 3453956"/>
                <a:gd name="connsiteX20" fmla="*/ 2484015 w 2898816"/>
                <a:gd name="connsiteY20" fmla="*/ 1168248 h 3453956"/>
                <a:gd name="connsiteX21" fmla="*/ 2449467 w 2898816"/>
                <a:gd name="connsiteY21" fmla="*/ 927102 h 3453956"/>
                <a:gd name="connsiteX22" fmla="*/ 2343058 w 2898816"/>
                <a:gd name="connsiteY22" fmla="*/ 719122 h 3453956"/>
                <a:gd name="connsiteX23" fmla="*/ 1918806 w 2898816"/>
                <a:gd name="connsiteY23" fmla="*/ 450337 h 3453956"/>
                <a:gd name="connsiteX24" fmla="*/ 1844873 w 2898816"/>
                <a:gd name="connsiteY24" fmla="*/ 432372 h 3453956"/>
                <a:gd name="connsiteX25" fmla="*/ 1143545 w 2898816"/>
                <a:gd name="connsiteY25" fmla="*/ 434445 h 3453956"/>
                <a:gd name="connsiteX26" fmla="*/ 437380 w 2898816"/>
                <a:gd name="connsiteY26" fmla="*/ 439282 h 3453956"/>
                <a:gd name="connsiteX27" fmla="*/ 438071 w 2898816"/>
                <a:gd name="connsiteY27" fmla="*/ 2934352 h 3453956"/>
                <a:gd name="connsiteX28" fmla="*/ 438762 w 2898816"/>
                <a:gd name="connsiteY28" fmla="*/ 3046288 h 3453956"/>
                <a:gd name="connsiteX29" fmla="*/ 565208 w 2898816"/>
                <a:gd name="connsiteY29" fmla="*/ 3046288 h 3453956"/>
                <a:gd name="connsiteX30" fmla="*/ 690964 w 2898816"/>
                <a:gd name="connsiteY30" fmla="*/ 3046288 h 3453956"/>
                <a:gd name="connsiteX31" fmla="*/ 689582 w 2898816"/>
                <a:gd name="connsiteY31" fmla="*/ 2971664 h 3453956"/>
                <a:gd name="connsiteX32" fmla="*/ 683363 w 2898816"/>
                <a:gd name="connsiteY32" fmla="*/ 748142 h 3453956"/>
                <a:gd name="connsiteX33" fmla="*/ 782862 w 2898816"/>
                <a:gd name="connsiteY33" fmla="*/ 752979 h 3453956"/>
                <a:gd name="connsiteX34" fmla="*/ 925891 w 2898816"/>
                <a:gd name="connsiteY34" fmla="*/ 829676 h 3453956"/>
                <a:gd name="connsiteX35" fmla="*/ 1050265 w 2898816"/>
                <a:gd name="connsiteY35" fmla="*/ 897390 h 3453956"/>
                <a:gd name="connsiteX36" fmla="*/ 1216096 w 2898816"/>
                <a:gd name="connsiteY36" fmla="*/ 983761 h 3453956"/>
                <a:gd name="connsiteX37" fmla="*/ 1422003 w 2898816"/>
                <a:gd name="connsiteY37" fmla="*/ 1091551 h 3453956"/>
                <a:gd name="connsiteX38" fmla="*/ 1487645 w 2898816"/>
                <a:gd name="connsiteY38" fmla="*/ 1125409 h 3453956"/>
                <a:gd name="connsiteX39" fmla="*/ 1518738 w 2898816"/>
                <a:gd name="connsiteY39" fmla="*/ 1142683 h 3453956"/>
                <a:gd name="connsiteX40" fmla="*/ 1544304 w 2898816"/>
                <a:gd name="connsiteY40" fmla="*/ 1188977 h 3453956"/>
                <a:gd name="connsiteX41" fmla="*/ 1544304 w 2898816"/>
                <a:gd name="connsiteY41" fmla="*/ 1217307 h 3453956"/>
                <a:gd name="connsiteX42" fmla="*/ 1466225 w 2898816"/>
                <a:gd name="connsiteY42" fmla="*/ 1213852 h 3453956"/>
                <a:gd name="connsiteX43" fmla="*/ 1288647 w 2898816"/>
                <a:gd name="connsiteY43" fmla="*/ 1170321 h 3453956"/>
                <a:gd name="connsiteX44" fmla="*/ 1149073 w 2898816"/>
                <a:gd name="connsiteY44" fmla="*/ 1110207 h 3453956"/>
                <a:gd name="connsiteX45" fmla="*/ 1108997 w 2898816"/>
                <a:gd name="connsiteY45" fmla="*/ 1090860 h 3453956"/>
                <a:gd name="connsiteX46" fmla="*/ 1108997 w 2898816"/>
                <a:gd name="connsiteY46" fmla="*/ 2265499 h 3453956"/>
                <a:gd name="connsiteX47" fmla="*/ 1108997 w 2898816"/>
                <a:gd name="connsiteY47" fmla="*/ 3440137 h 3453956"/>
                <a:gd name="connsiteX48" fmla="*/ 994988 w 2898816"/>
                <a:gd name="connsiteY48" fmla="*/ 3440137 h 3453956"/>
                <a:gd name="connsiteX49" fmla="*/ 880979 w 2898816"/>
                <a:gd name="connsiteY49" fmla="*/ 3447047 h 3453956"/>
                <a:gd name="connsiteX50" fmla="*/ 843667 w 2898816"/>
                <a:gd name="connsiteY50" fmla="*/ 3453956 h 3453956"/>
                <a:gd name="connsiteX51" fmla="*/ 801518 w 2898816"/>
                <a:gd name="connsiteY51" fmla="*/ 3447047 h 345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898816" h="3453956">
                  <a:moveTo>
                    <a:pt x="801518" y="3447047"/>
                  </a:moveTo>
                  <a:cubicBezTo>
                    <a:pt x="798754" y="3442901"/>
                    <a:pt x="657106" y="3440137"/>
                    <a:pt x="398686" y="3440137"/>
                  </a:cubicBezTo>
                  <a:lnTo>
                    <a:pt x="0" y="3440137"/>
                  </a:lnTo>
                  <a:lnTo>
                    <a:pt x="0" y="1721019"/>
                  </a:lnTo>
                  <a:lnTo>
                    <a:pt x="0" y="2592"/>
                  </a:lnTo>
                  <a:lnTo>
                    <a:pt x="856795" y="520"/>
                  </a:lnTo>
                  <a:cubicBezTo>
                    <a:pt x="1719809" y="-1553"/>
                    <a:pt x="1884949" y="1901"/>
                    <a:pt x="1996194" y="23321"/>
                  </a:cubicBezTo>
                  <a:cubicBezTo>
                    <a:pt x="2294000" y="80671"/>
                    <a:pt x="2533764" y="238211"/>
                    <a:pt x="2698213" y="483503"/>
                  </a:cubicBezTo>
                  <a:cubicBezTo>
                    <a:pt x="2803931" y="641734"/>
                    <a:pt x="2863354" y="794437"/>
                    <a:pt x="2888228" y="970632"/>
                  </a:cubicBezTo>
                  <a:cubicBezTo>
                    <a:pt x="2903430" y="1079805"/>
                    <a:pt x="2902048" y="1313351"/>
                    <a:pt x="2885464" y="1415613"/>
                  </a:cubicBezTo>
                  <a:cubicBezTo>
                    <a:pt x="2838479" y="1703745"/>
                    <a:pt x="2718252" y="1920708"/>
                    <a:pt x="2508198" y="2096903"/>
                  </a:cubicBezTo>
                  <a:cubicBezTo>
                    <a:pt x="2354114" y="2226805"/>
                    <a:pt x="2211775" y="2286918"/>
                    <a:pt x="1982375" y="2320776"/>
                  </a:cubicBezTo>
                  <a:cubicBezTo>
                    <a:pt x="1864220" y="2338741"/>
                    <a:pt x="1400584" y="2351869"/>
                    <a:pt x="1372254" y="2338741"/>
                  </a:cubicBezTo>
                  <a:cubicBezTo>
                    <a:pt x="1346689" y="2326995"/>
                    <a:pt x="1343925" y="2302120"/>
                    <a:pt x="1350834" y="2168764"/>
                  </a:cubicBezTo>
                  <a:cubicBezTo>
                    <a:pt x="1355671" y="2087921"/>
                    <a:pt x="1355671" y="2040245"/>
                    <a:pt x="1350834" y="2023661"/>
                  </a:cubicBezTo>
                  <a:cubicBezTo>
                    <a:pt x="1339779" y="1984276"/>
                    <a:pt x="1341852" y="1949037"/>
                    <a:pt x="1357053" y="1941436"/>
                  </a:cubicBezTo>
                  <a:cubicBezTo>
                    <a:pt x="1364653" y="1936600"/>
                    <a:pt x="1463461" y="1934527"/>
                    <a:pt x="1617546" y="1935909"/>
                  </a:cubicBezTo>
                  <a:lnTo>
                    <a:pt x="1865602" y="1936600"/>
                  </a:lnTo>
                  <a:lnTo>
                    <a:pt x="1927789" y="1917944"/>
                  </a:lnTo>
                  <a:cubicBezTo>
                    <a:pt x="2127478" y="1855757"/>
                    <a:pt x="2281562" y="1738293"/>
                    <a:pt x="2385207" y="1567625"/>
                  </a:cubicBezTo>
                  <a:cubicBezTo>
                    <a:pt x="2450849" y="1459835"/>
                    <a:pt x="2484015" y="1327170"/>
                    <a:pt x="2484015" y="1168248"/>
                  </a:cubicBezTo>
                  <a:cubicBezTo>
                    <a:pt x="2484015" y="1065295"/>
                    <a:pt x="2473650" y="993435"/>
                    <a:pt x="2449467" y="927102"/>
                  </a:cubicBezTo>
                  <a:cubicBezTo>
                    <a:pt x="2428047" y="869752"/>
                    <a:pt x="2378297" y="771635"/>
                    <a:pt x="2343058" y="719122"/>
                  </a:cubicBezTo>
                  <a:cubicBezTo>
                    <a:pt x="2261524" y="596130"/>
                    <a:pt x="2100530" y="494559"/>
                    <a:pt x="1918806" y="450337"/>
                  </a:cubicBezTo>
                  <a:lnTo>
                    <a:pt x="1844873" y="432372"/>
                  </a:lnTo>
                  <a:lnTo>
                    <a:pt x="1143545" y="434445"/>
                  </a:lnTo>
                  <a:cubicBezTo>
                    <a:pt x="757987" y="435136"/>
                    <a:pt x="440144" y="437209"/>
                    <a:pt x="437380" y="439282"/>
                  </a:cubicBezTo>
                  <a:cubicBezTo>
                    <a:pt x="433234" y="441354"/>
                    <a:pt x="433925" y="2165309"/>
                    <a:pt x="438071" y="2934352"/>
                  </a:cubicBezTo>
                  <a:lnTo>
                    <a:pt x="438762" y="3046288"/>
                  </a:lnTo>
                  <a:lnTo>
                    <a:pt x="565208" y="3046288"/>
                  </a:lnTo>
                  <a:lnTo>
                    <a:pt x="690964" y="3046288"/>
                  </a:lnTo>
                  <a:lnTo>
                    <a:pt x="689582" y="2971664"/>
                  </a:lnTo>
                  <a:cubicBezTo>
                    <a:pt x="685436" y="2684223"/>
                    <a:pt x="680599" y="761271"/>
                    <a:pt x="683363" y="748142"/>
                  </a:cubicBezTo>
                  <a:cubicBezTo>
                    <a:pt x="689582" y="723268"/>
                    <a:pt x="731731" y="725341"/>
                    <a:pt x="782862" y="752979"/>
                  </a:cubicBezTo>
                  <a:cubicBezTo>
                    <a:pt x="804282" y="764725"/>
                    <a:pt x="869232" y="799274"/>
                    <a:pt x="925891" y="829676"/>
                  </a:cubicBezTo>
                  <a:cubicBezTo>
                    <a:pt x="983241" y="860078"/>
                    <a:pt x="1039210" y="890481"/>
                    <a:pt x="1050265" y="897390"/>
                  </a:cubicBezTo>
                  <a:cubicBezTo>
                    <a:pt x="1062011" y="903609"/>
                    <a:pt x="1136635" y="942994"/>
                    <a:pt x="1216096" y="983761"/>
                  </a:cubicBezTo>
                  <a:cubicBezTo>
                    <a:pt x="1296248" y="1024528"/>
                    <a:pt x="1388146" y="1073586"/>
                    <a:pt x="1422003" y="1091551"/>
                  </a:cubicBezTo>
                  <a:cubicBezTo>
                    <a:pt x="1455169" y="1110207"/>
                    <a:pt x="1484190" y="1125409"/>
                    <a:pt x="1487645" y="1125409"/>
                  </a:cubicBezTo>
                  <a:cubicBezTo>
                    <a:pt x="1490409" y="1125409"/>
                    <a:pt x="1504228" y="1133009"/>
                    <a:pt x="1518738" y="1142683"/>
                  </a:cubicBezTo>
                  <a:cubicBezTo>
                    <a:pt x="1541540" y="1158575"/>
                    <a:pt x="1544304" y="1164102"/>
                    <a:pt x="1544304" y="1188977"/>
                  </a:cubicBezTo>
                  <a:lnTo>
                    <a:pt x="1544304" y="1217307"/>
                  </a:lnTo>
                  <a:lnTo>
                    <a:pt x="1466225" y="1213852"/>
                  </a:lnTo>
                  <a:cubicBezTo>
                    <a:pt x="1390910" y="1210397"/>
                    <a:pt x="1384692" y="1209015"/>
                    <a:pt x="1288647" y="1170321"/>
                  </a:cubicBezTo>
                  <a:cubicBezTo>
                    <a:pt x="1233370" y="1148210"/>
                    <a:pt x="1170493" y="1121263"/>
                    <a:pt x="1149073" y="1110207"/>
                  </a:cubicBezTo>
                  <a:lnTo>
                    <a:pt x="1108997" y="1090860"/>
                  </a:lnTo>
                  <a:lnTo>
                    <a:pt x="1108997" y="2265499"/>
                  </a:lnTo>
                  <a:lnTo>
                    <a:pt x="1108997" y="3440137"/>
                  </a:lnTo>
                  <a:lnTo>
                    <a:pt x="994988" y="3440137"/>
                  </a:lnTo>
                  <a:cubicBezTo>
                    <a:pt x="923819" y="3440137"/>
                    <a:pt x="880979" y="3442901"/>
                    <a:pt x="880979" y="3447047"/>
                  </a:cubicBezTo>
                  <a:cubicBezTo>
                    <a:pt x="880979" y="3451192"/>
                    <a:pt x="864395" y="3453956"/>
                    <a:pt x="843667" y="3453956"/>
                  </a:cubicBezTo>
                  <a:cubicBezTo>
                    <a:pt x="822938" y="3453956"/>
                    <a:pt x="803591" y="3451192"/>
                    <a:pt x="801518" y="3447047"/>
                  </a:cubicBezTo>
                  <a:close/>
                </a:path>
              </a:pathLst>
            </a:custGeom>
            <a:solidFill>
              <a:srgbClr val="00B050"/>
            </a:solidFill>
            <a:ln w="6905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E6E6E6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70FDF299-CDF4-8B61-AAE1-493E316ED29D}"/>
                </a:ext>
              </a:extLst>
            </p:cNvPr>
            <p:cNvSpPr/>
            <p:nvPr/>
          </p:nvSpPr>
          <p:spPr>
            <a:xfrm>
              <a:off x="3484334" y="817334"/>
              <a:ext cx="5223331" cy="5223331"/>
            </a:xfrm>
            <a:prstGeom prst="ellipse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xmlns="" id="{E883CC36-1B5E-E3B6-350D-E4D831F07ED9}"/>
                </a:ext>
              </a:extLst>
            </p:cNvPr>
            <p:cNvSpPr txBox="1"/>
            <p:nvPr/>
          </p:nvSpPr>
          <p:spPr>
            <a:xfrm>
              <a:off x="4273616" y="4477838"/>
              <a:ext cx="3644637" cy="549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800" b="1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SOLUTIONS</a:t>
              </a:r>
              <a:endParaRPr lang="en-IN" sz="4800" b="1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0737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5622877-7ECD-11FC-14BF-62693AE4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6F702A7D-4E3A-4D76-29A0-7598A69024DC}"/>
              </a:ext>
            </a:extLst>
          </p:cNvPr>
          <p:cNvGrpSpPr>
            <a:grpSpLocks noChangeAspect="1"/>
          </p:cNvGrpSpPr>
          <p:nvPr/>
        </p:nvGrpSpPr>
        <p:grpSpPr>
          <a:xfrm>
            <a:off x="5049361" y="1448884"/>
            <a:ext cx="7901940" cy="7901994"/>
            <a:chOff x="3484334" y="817334"/>
            <a:chExt cx="5223331" cy="522333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5FB5211F-8A81-FDA3-E2E1-D410A1FF51FE}"/>
                </a:ext>
              </a:extLst>
            </p:cNvPr>
            <p:cNvSpPr/>
            <p:nvPr/>
          </p:nvSpPr>
          <p:spPr>
            <a:xfrm>
              <a:off x="4054538" y="4030174"/>
              <a:ext cx="357106" cy="415064"/>
            </a:xfrm>
            <a:custGeom>
              <a:avLst/>
              <a:gdLst>
                <a:gd name="connsiteX0" fmla="*/ 1382 w 619467"/>
                <a:gd name="connsiteY0" fmla="*/ 350023 h 696886"/>
                <a:gd name="connsiteX1" fmla="*/ 3455 w 619467"/>
                <a:gd name="connsiteY1" fmla="*/ 2468 h 696886"/>
                <a:gd name="connsiteX2" fmla="*/ 213508 w 619467"/>
                <a:gd name="connsiteY2" fmla="*/ 395 h 696886"/>
                <a:gd name="connsiteX3" fmla="*/ 464328 w 619467"/>
                <a:gd name="connsiteY3" fmla="*/ 9377 h 696886"/>
                <a:gd name="connsiteX4" fmla="*/ 605975 w 619467"/>
                <a:gd name="connsiteY4" fmla="*/ 133751 h 696886"/>
                <a:gd name="connsiteX5" fmla="*/ 603902 w 619467"/>
                <a:gd name="connsiteY5" fmla="*/ 359005 h 696886"/>
                <a:gd name="connsiteX6" fmla="*/ 512004 w 619467"/>
                <a:gd name="connsiteY6" fmla="*/ 460577 h 696886"/>
                <a:gd name="connsiteX7" fmla="*/ 368284 w 619467"/>
                <a:gd name="connsiteY7" fmla="*/ 481306 h 696886"/>
                <a:gd name="connsiteX8" fmla="*/ 255657 w 619467"/>
                <a:gd name="connsiteY8" fmla="*/ 484069 h 696886"/>
                <a:gd name="connsiteX9" fmla="*/ 255657 w 619467"/>
                <a:gd name="connsiteY9" fmla="*/ 590478 h 696886"/>
                <a:gd name="connsiteX10" fmla="*/ 255657 w 619467"/>
                <a:gd name="connsiteY10" fmla="*/ 696886 h 696886"/>
                <a:gd name="connsiteX11" fmla="*/ 127828 w 619467"/>
                <a:gd name="connsiteY11" fmla="*/ 696886 h 696886"/>
                <a:gd name="connsiteX12" fmla="*/ 0 w 619467"/>
                <a:gd name="connsiteY12" fmla="*/ 696886 h 696886"/>
                <a:gd name="connsiteX13" fmla="*/ 1382 w 619467"/>
                <a:gd name="connsiteY13" fmla="*/ 350023 h 696886"/>
                <a:gd name="connsiteX14" fmla="*/ 348937 w 619467"/>
                <a:gd name="connsiteY14" fmla="*/ 271943 h 696886"/>
                <a:gd name="connsiteX15" fmla="*/ 348937 w 619467"/>
                <a:gd name="connsiteY15" fmla="*/ 216666 h 696886"/>
                <a:gd name="connsiteX16" fmla="*/ 293660 w 619467"/>
                <a:gd name="connsiteY16" fmla="*/ 199392 h 696886"/>
                <a:gd name="connsiteX17" fmla="*/ 255657 w 619467"/>
                <a:gd name="connsiteY17" fmla="*/ 199392 h 696886"/>
                <a:gd name="connsiteX18" fmla="*/ 255657 w 619467"/>
                <a:gd name="connsiteY18" fmla="*/ 244305 h 696886"/>
                <a:gd name="connsiteX19" fmla="*/ 255657 w 619467"/>
                <a:gd name="connsiteY19" fmla="*/ 289218 h 696886"/>
                <a:gd name="connsiteX20" fmla="*/ 293660 w 619467"/>
                <a:gd name="connsiteY20" fmla="*/ 289218 h 696886"/>
                <a:gd name="connsiteX21" fmla="*/ 348937 w 619467"/>
                <a:gd name="connsiteY21" fmla="*/ 271943 h 69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9467" h="696886">
                  <a:moveTo>
                    <a:pt x="1382" y="350023"/>
                  </a:moveTo>
                  <a:lnTo>
                    <a:pt x="3455" y="2468"/>
                  </a:lnTo>
                  <a:lnTo>
                    <a:pt x="213508" y="395"/>
                  </a:lnTo>
                  <a:cubicBezTo>
                    <a:pt x="382103" y="-987"/>
                    <a:pt x="431852" y="1086"/>
                    <a:pt x="464328" y="9377"/>
                  </a:cubicBezTo>
                  <a:cubicBezTo>
                    <a:pt x="533424" y="26651"/>
                    <a:pt x="574882" y="63272"/>
                    <a:pt x="605975" y="133751"/>
                  </a:cubicBezTo>
                  <a:cubicBezTo>
                    <a:pt x="624631" y="176591"/>
                    <a:pt x="623940" y="316165"/>
                    <a:pt x="603902" y="359005"/>
                  </a:cubicBezTo>
                  <a:cubicBezTo>
                    <a:pt x="584555" y="400463"/>
                    <a:pt x="551389" y="437775"/>
                    <a:pt x="512004" y="460577"/>
                  </a:cubicBezTo>
                  <a:cubicBezTo>
                    <a:pt x="481602" y="478542"/>
                    <a:pt x="475383" y="479233"/>
                    <a:pt x="368284" y="481306"/>
                  </a:cubicBezTo>
                  <a:lnTo>
                    <a:pt x="255657" y="484069"/>
                  </a:lnTo>
                  <a:lnTo>
                    <a:pt x="255657" y="590478"/>
                  </a:lnTo>
                  <a:lnTo>
                    <a:pt x="255657" y="696886"/>
                  </a:lnTo>
                  <a:lnTo>
                    <a:pt x="127828" y="696886"/>
                  </a:lnTo>
                  <a:lnTo>
                    <a:pt x="0" y="696886"/>
                  </a:lnTo>
                  <a:lnTo>
                    <a:pt x="1382" y="350023"/>
                  </a:lnTo>
                  <a:close/>
                  <a:moveTo>
                    <a:pt x="348937" y="271943"/>
                  </a:moveTo>
                  <a:cubicBezTo>
                    <a:pt x="370357" y="250524"/>
                    <a:pt x="370357" y="238086"/>
                    <a:pt x="348937" y="216666"/>
                  </a:cubicBezTo>
                  <a:cubicBezTo>
                    <a:pt x="335117" y="202156"/>
                    <a:pt x="325444" y="199392"/>
                    <a:pt x="293660" y="199392"/>
                  </a:cubicBezTo>
                  <a:lnTo>
                    <a:pt x="255657" y="199392"/>
                  </a:lnTo>
                  <a:lnTo>
                    <a:pt x="255657" y="244305"/>
                  </a:lnTo>
                  <a:lnTo>
                    <a:pt x="255657" y="289218"/>
                  </a:lnTo>
                  <a:lnTo>
                    <a:pt x="293660" y="289218"/>
                  </a:lnTo>
                  <a:cubicBezTo>
                    <a:pt x="325444" y="289218"/>
                    <a:pt x="335117" y="286454"/>
                    <a:pt x="348937" y="271943"/>
                  </a:cubicBez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9A882571-C888-5DAA-CC2A-7D00FB8500CD}"/>
                </a:ext>
              </a:extLst>
            </p:cNvPr>
            <p:cNvSpPr/>
            <p:nvPr/>
          </p:nvSpPr>
          <p:spPr>
            <a:xfrm>
              <a:off x="4512609" y="4028764"/>
              <a:ext cx="390354" cy="416476"/>
            </a:xfrm>
            <a:custGeom>
              <a:avLst/>
              <a:gdLst>
                <a:gd name="connsiteX0" fmla="*/ 0 w 677144"/>
                <a:gd name="connsiteY0" fmla="*/ 349628 h 699255"/>
                <a:gd name="connsiteX1" fmla="*/ 0 w 677144"/>
                <a:gd name="connsiteY1" fmla="*/ 0 h 699255"/>
                <a:gd name="connsiteX2" fmla="*/ 250820 w 677144"/>
                <a:gd name="connsiteY2" fmla="*/ 2764 h 699255"/>
                <a:gd name="connsiteX3" fmla="*/ 596302 w 677144"/>
                <a:gd name="connsiteY3" fmla="*/ 56659 h 699255"/>
                <a:gd name="connsiteX4" fmla="*/ 661943 w 677144"/>
                <a:gd name="connsiteY4" fmla="*/ 201761 h 699255"/>
                <a:gd name="connsiteX5" fmla="*/ 581101 w 677144"/>
                <a:gd name="connsiteY5" fmla="*/ 400759 h 699255"/>
                <a:gd name="connsiteX6" fmla="*/ 554153 w 677144"/>
                <a:gd name="connsiteY6" fmla="*/ 420106 h 699255"/>
                <a:gd name="connsiteX7" fmla="*/ 615649 w 677144"/>
                <a:gd name="connsiteY7" fmla="*/ 534115 h 699255"/>
                <a:gd name="connsiteX8" fmla="*/ 677144 w 677144"/>
                <a:gd name="connsiteY8" fmla="*/ 673690 h 699255"/>
                <a:gd name="connsiteX9" fmla="*/ 677144 w 677144"/>
                <a:gd name="connsiteY9" fmla="*/ 699255 h 699255"/>
                <a:gd name="connsiteX10" fmla="*/ 540334 w 677144"/>
                <a:gd name="connsiteY10" fmla="*/ 699255 h 699255"/>
                <a:gd name="connsiteX11" fmla="*/ 402832 w 677144"/>
                <a:gd name="connsiteY11" fmla="*/ 699255 h 699255"/>
                <a:gd name="connsiteX12" fmla="*/ 345482 w 677144"/>
                <a:gd name="connsiteY12" fmla="*/ 578337 h 699255"/>
                <a:gd name="connsiteX13" fmla="*/ 270167 w 677144"/>
                <a:gd name="connsiteY13" fmla="*/ 458800 h 699255"/>
                <a:gd name="connsiteX14" fmla="*/ 252202 w 677144"/>
                <a:gd name="connsiteY14" fmla="*/ 460873 h 699255"/>
                <a:gd name="connsiteX15" fmla="*/ 250129 w 677144"/>
                <a:gd name="connsiteY15" fmla="*/ 580410 h 699255"/>
                <a:gd name="connsiteX16" fmla="*/ 248747 w 677144"/>
                <a:gd name="connsiteY16" fmla="*/ 699255 h 699255"/>
                <a:gd name="connsiteX17" fmla="*/ 124373 w 677144"/>
                <a:gd name="connsiteY17" fmla="*/ 699255 h 699255"/>
                <a:gd name="connsiteX18" fmla="*/ 0 w 677144"/>
                <a:gd name="connsiteY18" fmla="*/ 699255 h 699255"/>
                <a:gd name="connsiteX19" fmla="*/ 0 w 677144"/>
                <a:gd name="connsiteY19" fmla="*/ 349628 h 699255"/>
                <a:gd name="connsiteX20" fmla="*/ 386940 w 677144"/>
                <a:gd name="connsiteY20" fmla="*/ 257039 h 699255"/>
                <a:gd name="connsiteX21" fmla="*/ 385558 w 677144"/>
                <a:gd name="connsiteY21" fmla="*/ 208671 h 699255"/>
                <a:gd name="connsiteX22" fmla="*/ 309552 w 677144"/>
                <a:gd name="connsiteY22" fmla="*/ 194852 h 699255"/>
                <a:gd name="connsiteX23" fmla="*/ 248747 w 677144"/>
                <a:gd name="connsiteY23" fmla="*/ 194852 h 699255"/>
                <a:gd name="connsiteX24" fmla="*/ 248747 w 677144"/>
                <a:gd name="connsiteY24" fmla="*/ 232855 h 699255"/>
                <a:gd name="connsiteX25" fmla="*/ 248747 w 677144"/>
                <a:gd name="connsiteY25" fmla="*/ 270858 h 699255"/>
                <a:gd name="connsiteX26" fmla="*/ 310934 w 677144"/>
                <a:gd name="connsiteY26" fmla="*/ 270858 h 699255"/>
                <a:gd name="connsiteX27" fmla="*/ 386940 w 677144"/>
                <a:gd name="connsiteY27" fmla="*/ 257039 h 6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7144" h="699255">
                  <a:moveTo>
                    <a:pt x="0" y="349628"/>
                  </a:moveTo>
                  <a:lnTo>
                    <a:pt x="0" y="0"/>
                  </a:lnTo>
                  <a:lnTo>
                    <a:pt x="250820" y="2764"/>
                  </a:lnTo>
                  <a:cubicBezTo>
                    <a:pt x="532042" y="6219"/>
                    <a:pt x="539643" y="7601"/>
                    <a:pt x="596302" y="56659"/>
                  </a:cubicBezTo>
                  <a:cubicBezTo>
                    <a:pt x="634305" y="90517"/>
                    <a:pt x="657107" y="141648"/>
                    <a:pt x="661943" y="201761"/>
                  </a:cubicBezTo>
                  <a:cubicBezTo>
                    <a:pt x="668162" y="290896"/>
                    <a:pt x="641214" y="357228"/>
                    <a:pt x="581101" y="400759"/>
                  </a:cubicBezTo>
                  <a:lnTo>
                    <a:pt x="554153" y="420106"/>
                  </a:lnTo>
                  <a:lnTo>
                    <a:pt x="615649" y="534115"/>
                  </a:lnTo>
                  <a:cubicBezTo>
                    <a:pt x="660561" y="617721"/>
                    <a:pt x="676453" y="654343"/>
                    <a:pt x="677144" y="673690"/>
                  </a:cubicBezTo>
                  <a:lnTo>
                    <a:pt x="677144" y="699255"/>
                  </a:lnTo>
                  <a:lnTo>
                    <a:pt x="540334" y="699255"/>
                  </a:lnTo>
                  <a:lnTo>
                    <a:pt x="402832" y="699255"/>
                  </a:lnTo>
                  <a:lnTo>
                    <a:pt x="345482" y="578337"/>
                  </a:lnTo>
                  <a:cubicBezTo>
                    <a:pt x="290896" y="464328"/>
                    <a:pt x="286750" y="456727"/>
                    <a:pt x="270167" y="458800"/>
                  </a:cubicBezTo>
                  <a:lnTo>
                    <a:pt x="252202" y="460873"/>
                  </a:lnTo>
                  <a:lnTo>
                    <a:pt x="250129" y="580410"/>
                  </a:lnTo>
                  <a:lnTo>
                    <a:pt x="248747" y="699255"/>
                  </a:lnTo>
                  <a:lnTo>
                    <a:pt x="124373" y="699255"/>
                  </a:lnTo>
                  <a:lnTo>
                    <a:pt x="0" y="699255"/>
                  </a:lnTo>
                  <a:lnTo>
                    <a:pt x="0" y="349628"/>
                  </a:lnTo>
                  <a:close/>
                  <a:moveTo>
                    <a:pt x="386940" y="257039"/>
                  </a:moveTo>
                  <a:cubicBezTo>
                    <a:pt x="404905" y="239074"/>
                    <a:pt x="404214" y="226636"/>
                    <a:pt x="385558" y="208671"/>
                  </a:cubicBezTo>
                  <a:cubicBezTo>
                    <a:pt x="373120" y="196925"/>
                    <a:pt x="361374" y="194852"/>
                    <a:pt x="309552" y="194852"/>
                  </a:cubicBezTo>
                  <a:lnTo>
                    <a:pt x="248747" y="194852"/>
                  </a:lnTo>
                  <a:lnTo>
                    <a:pt x="248747" y="232855"/>
                  </a:lnTo>
                  <a:lnTo>
                    <a:pt x="248747" y="270858"/>
                  </a:lnTo>
                  <a:lnTo>
                    <a:pt x="310934" y="270858"/>
                  </a:lnTo>
                  <a:cubicBezTo>
                    <a:pt x="364138" y="270858"/>
                    <a:pt x="375193" y="268785"/>
                    <a:pt x="386940" y="257039"/>
                  </a:cubicBez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F644ABE8-D95F-9A06-6517-759901332870}"/>
                </a:ext>
              </a:extLst>
            </p:cNvPr>
            <p:cNvSpPr/>
            <p:nvPr/>
          </p:nvSpPr>
          <p:spPr>
            <a:xfrm>
              <a:off x="4966694" y="4029587"/>
              <a:ext cx="438153" cy="415653"/>
            </a:xfrm>
            <a:custGeom>
              <a:avLst/>
              <a:gdLst>
                <a:gd name="connsiteX0" fmla="*/ 0 w 760060"/>
                <a:gd name="connsiteY0" fmla="*/ 671616 h 697873"/>
                <a:gd name="connsiteX1" fmla="*/ 110554 w 760060"/>
                <a:gd name="connsiteY1" fmla="*/ 341336 h 697873"/>
                <a:gd name="connsiteX2" fmla="*/ 228709 w 760060"/>
                <a:gd name="connsiteY2" fmla="*/ 18656 h 697873"/>
                <a:gd name="connsiteX3" fmla="*/ 237000 w 760060"/>
                <a:gd name="connsiteY3" fmla="*/ 0 h 697873"/>
                <a:gd name="connsiteX4" fmla="*/ 378648 w 760060"/>
                <a:gd name="connsiteY4" fmla="*/ 1382 h 697873"/>
                <a:gd name="connsiteX5" fmla="*/ 520296 w 760060"/>
                <a:gd name="connsiteY5" fmla="*/ 3455 h 697873"/>
                <a:gd name="connsiteX6" fmla="*/ 640523 w 760060"/>
                <a:gd name="connsiteY6" fmla="*/ 331663 h 697873"/>
                <a:gd name="connsiteX7" fmla="*/ 760060 w 760060"/>
                <a:gd name="connsiteY7" fmla="*/ 678526 h 697873"/>
                <a:gd name="connsiteX8" fmla="*/ 760060 w 760060"/>
                <a:gd name="connsiteY8" fmla="*/ 697873 h 697873"/>
                <a:gd name="connsiteX9" fmla="*/ 627395 w 760060"/>
                <a:gd name="connsiteY9" fmla="*/ 696492 h 697873"/>
                <a:gd name="connsiteX10" fmla="*/ 494730 w 760060"/>
                <a:gd name="connsiteY10" fmla="*/ 694419 h 697873"/>
                <a:gd name="connsiteX11" fmla="*/ 481602 w 760060"/>
                <a:gd name="connsiteY11" fmla="*/ 651579 h 697873"/>
                <a:gd name="connsiteX12" fmla="*/ 468473 w 760060"/>
                <a:gd name="connsiteY12" fmla="*/ 608048 h 697873"/>
                <a:gd name="connsiteX13" fmla="*/ 373120 w 760060"/>
                <a:gd name="connsiteY13" fmla="*/ 608048 h 697873"/>
                <a:gd name="connsiteX14" fmla="*/ 277768 w 760060"/>
                <a:gd name="connsiteY14" fmla="*/ 608048 h 697873"/>
                <a:gd name="connsiteX15" fmla="*/ 265330 w 760060"/>
                <a:gd name="connsiteY15" fmla="*/ 652961 h 697873"/>
                <a:gd name="connsiteX16" fmla="*/ 252202 w 760060"/>
                <a:gd name="connsiteY16" fmla="*/ 697873 h 697873"/>
                <a:gd name="connsiteX17" fmla="*/ 126446 w 760060"/>
                <a:gd name="connsiteY17" fmla="*/ 697873 h 697873"/>
                <a:gd name="connsiteX18" fmla="*/ 0 w 760060"/>
                <a:gd name="connsiteY18" fmla="*/ 697873 h 697873"/>
                <a:gd name="connsiteX19" fmla="*/ 0 w 760060"/>
                <a:gd name="connsiteY19" fmla="*/ 671616 h 697873"/>
                <a:gd name="connsiteX20" fmla="*/ 407669 w 760060"/>
                <a:gd name="connsiteY20" fmla="*/ 410433 h 697873"/>
                <a:gd name="connsiteX21" fmla="*/ 373120 w 760060"/>
                <a:gd name="connsiteY21" fmla="*/ 301951 h 697873"/>
                <a:gd name="connsiteX22" fmla="*/ 338572 w 760060"/>
                <a:gd name="connsiteY22" fmla="*/ 410433 h 697873"/>
                <a:gd name="connsiteX23" fmla="*/ 373120 w 760060"/>
                <a:gd name="connsiteY23" fmla="*/ 414578 h 697873"/>
                <a:gd name="connsiteX24" fmla="*/ 407669 w 760060"/>
                <a:gd name="connsiteY24" fmla="*/ 410433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0060" h="697873">
                  <a:moveTo>
                    <a:pt x="0" y="671616"/>
                  </a:moveTo>
                  <a:cubicBezTo>
                    <a:pt x="0" y="655034"/>
                    <a:pt x="40076" y="534806"/>
                    <a:pt x="110554" y="341336"/>
                  </a:cubicBezTo>
                  <a:cubicBezTo>
                    <a:pt x="171359" y="174814"/>
                    <a:pt x="224563" y="29711"/>
                    <a:pt x="228709" y="18656"/>
                  </a:cubicBezTo>
                  <a:lnTo>
                    <a:pt x="237000" y="0"/>
                  </a:lnTo>
                  <a:lnTo>
                    <a:pt x="378648" y="1382"/>
                  </a:lnTo>
                  <a:lnTo>
                    <a:pt x="520296" y="3455"/>
                  </a:lnTo>
                  <a:lnTo>
                    <a:pt x="640523" y="331663"/>
                  </a:lnTo>
                  <a:cubicBezTo>
                    <a:pt x="706165" y="512004"/>
                    <a:pt x="760060" y="668162"/>
                    <a:pt x="760060" y="678526"/>
                  </a:cubicBezTo>
                  <a:lnTo>
                    <a:pt x="760060" y="697873"/>
                  </a:lnTo>
                  <a:lnTo>
                    <a:pt x="627395" y="696492"/>
                  </a:lnTo>
                  <a:lnTo>
                    <a:pt x="494730" y="694419"/>
                  </a:lnTo>
                  <a:lnTo>
                    <a:pt x="481602" y="651579"/>
                  </a:lnTo>
                  <a:lnTo>
                    <a:pt x="468473" y="608048"/>
                  </a:lnTo>
                  <a:lnTo>
                    <a:pt x="373120" y="608048"/>
                  </a:lnTo>
                  <a:lnTo>
                    <a:pt x="277768" y="608048"/>
                  </a:lnTo>
                  <a:lnTo>
                    <a:pt x="265330" y="652961"/>
                  </a:lnTo>
                  <a:lnTo>
                    <a:pt x="252202" y="697873"/>
                  </a:lnTo>
                  <a:lnTo>
                    <a:pt x="126446" y="697873"/>
                  </a:lnTo>
                  <a:lnTo>
                    <a:pt x="0" y="697873"/>
                  </a:lnTo>
                  <a:lnTo>
                    <a:pt x="0" y="671616"/>
                  </a:lnTo>
                  <a:close/>
                  <a:moveTo>
                    <a:pt x="407669" y="410433"/>
                  </a:moveTo>
                  <a:cubicBezTo>
                    <a:pt x="407669" y="393849"/>
                    <a:pt x="376575" y="297805"/>
                    <a:pt x="373120" y="301951"/>
                  </a:cubicBezTo>
                  <a:cubicBezTo>
                    <a:pt x="368284" y="306788"/>
                    <a:pt x="338572" y="401450"/>
                    <a:pt x="338572" y="410433"/>
                  </a:cubicBezTo>
                  <a:cubicBezTo>
                    <a:pt x="338572" y="412505"/>
                    <a:pt x="354464" y="414578"/>
                    <a:pt x="373120" y="414578"/>
                  </a:cubicBezTo>
                  <a:cubicBezTo>
                    <a:pt x="392467" y="414578"/>
                    <a:pt x="407669" y="412505"/>
                    <a:pt x="407669" y="410433"/>
                  </a:cubicBez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EFD6B63C-D51B-60FF-2BC3-D7D2BE3BA684}"/>
                </a:ext>
              </a:extLst>
            </p:cNvPr>
            <p:cNvSpPr/>
            <p:nvPr/>
          </p:nvSpPr>
          <p:spPr>
            <a:xfrm>
              <a:off x="5456630" y="4029587"/>
              <a:ext cx="394736" cy="415653"/>
            </a:xfrm>
            <a:custGeom>
              <a:avLst/>
              <a:gdLst>
                <a:gd name="connsiteX0" fmla="*/ 214199 w 684744"/>
                <a:gd name="connsiteY0" fmla="*/ 452581 h 697873"/>
                <a:gd name="connsiteX1" fmla="*/ 214199 w 684744"/>
                <a:gd name="connsiteY1" fmla="*/ 207289 h 697873"/>
                <a:gd name="connsiteX2" fmla="*/ 107099 w 684744"/>
                <a:gd name="connsiteY2" fmla="*/ 207289 h 697873"/>
                <a:gd name="connsiteX3" fmla="*/ 0 w 684744"/>
                <a:gd name="connsiteY3" fmla="*/ 207289 h 697873"/>
                <a:gd name="connsiteX4" fmla="*/ 0 w 684744"/>
                <a:gd name="connsiteY4" fmla="*/ 103645 h 697873"/>
                <a:gd name="connsiteX5" fmla="*/ 0 w 684744"/>
                <a:gd name="connsiteY5" fmla="*/ 0 h 697873"/>
                <a:gd name="connsiteX6" fmla="*/ 340645 w 684744"/>
                <a:gd name="connsiteY6" fmla="*/ 1382 h 697873"/>
                <a:gd name="connsiteX7" fmla="*/ 680599 w 684744"/>
                <a:gd name="connsiteY7" fmla="*/ 3455 h 697873"/>
                <a:gd name="connsiteX8" fmla="*/ 682672 w 684744"/>
                <a:gd name="connsiteY8" fmla="*/ 105717 h 697873"/>
                <a:gd name="connsiteX9" fmla="*/ 684745 w 684744"/>
                <a:gd name="connsiteY9" fmla="*/ 207289 h 697873"/>
                <a:gd name="connsiteX10" fmla="*/ 576955 w 684744"/>
                <a:gd name="connsiteY10" fmla="*/ 207289 h 697873"/>
                <a:gd name="connsiteX11" fmla="*/ 469855 w 684744"/>
                <a:gd name="connsiteY11" fmla="*/ 207289 h 697873"/>
                <a:gd name="connsiteX12" fmla="*/ 469855 w 684744"/>
                <a:gd name="connsiteY12" fmla="*/ 452581 h 697873"/>
                <a:gd name="connsiteX13" fmla="*/ 469855 w 684744"/>
                <a:gd name="connsiteY13" fmla="*/ 697873 h 697873"/>
                <a:gd name="connsiteX14" fmla="*/ 342027 w 684744"/>
                <a:gd name="connsiteY14" fmla="*/ 697873 h 697873"/>
                <a:gd name="connsiteX15" fmla="*/ 214199 w 684744"/>
                <a:gd name="connsiteY15" fmla="*/ 697873 h 697873"/>
                <a:gd name="connsiteX16" fmla="*/ 214199 w 684744"/>
                <a:gd name="connsiteY16" fmla="*/ 452581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744" h="697873">
                  <a:moveTo>
                    <a:pt x="214199" y="452581"/>
                  </a:moveTo>
                  <a:lnTo>
                    <a:pt x="214199" y="207289"/>
                  </a:lnTo>
                  <a:lnTo>
                    <a:pt x="107099" y="207289"/>
                  </a:lnTo>
                  <a:lnTo>
                    <a:pt x="0" y="207289"/>
                  </a:lnTo>
                  <a:lnTo>
                    <a:pt x="0" y="103645"/>
                  </a:lnTo>
                  <a:lnTo>
                    <a:pt x="0" y="0"/>
                  </a:lnTo>
                  <a:lnTo>
                    <a:pt x="340645" y="1382"/>
                  </a:lnTo>
                  <a:lnTo>
                    <a:pt x="680599" y="3455"/>
                  </a:lnTo>
                  <a:lnTo>
                    <a:pt x="682672" y="105717"/>
                  </a:lnTo>
                  <a:lnTo>
                    <a:pt x="684745" y="207289"/>
                  </a:lnTo>
                  <a:lnTo>
                    <a:pt x="576955" y="207289"/>
                  </a:lnTo>
                  <a:lnTo>
                    <a:pt x="469855" y="207289"/>
                  </a:lnTo>
                  <a:lnTo>
                    <a:pt x="469855" y="452581"/>
                  </a:lnTo>
                  <a:lnTo>
                    <a:pt x="469855" y="697873"/>
                  </a:lnTo>
                  <a:lnTo>
                    <a:pt x="342027" y="697873"/>
                  </a:lnTo>
                  <a:lnTo>
                    <a:pt x="214199" y="697873"/>
                  </a:lnTo>
                  <a:lnTo>
                    <a:pt x="214199" y="452581"/>
                  </a:ln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CB3D2639-0CCD-AAB5-1ADD-46D28A8E07E3}"/>
                </a:ext>
              </a:extLst>
            </p:cNvPr>
            <p:cNvSpPr/>
            <p:nvPr/>
          </p:nvSpPr>
          <p:spPr>
            <a:xfrm>
              <a:off x="5942581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4AA5B1BF-88D3-026C-4565-999DD40FF504}"/>
                </a:ext>
              </a:extLst>
            </p:cNvPr>
            <p:cNvSpPr/>
            <p:nvPr/>
          </p:nvSpPr>
          <p:spPr>
            <a:xfrm>
              <a:off x="6464382" y="4029587"/>
              <a:ext cx="143395" cy="415653"/>
            </a:xfrm>
            <a:custGeom>
              <a:avLst/>
              <a:gdLst>
                <a:gd name="connsiteX0" fmla="*/ 0 w 248746"/>
                <a:gd name="connsiteY0" fmla="*/ 348937 h 697873"/>
                <a:gd name="connsiteX1" fmla="*/ 0 w 248746"/>
                <a:gd name="connsiteY1" fmla="*/ 0 h 697873"/>
                <a:gd name="connsiteX2" fmla="*/ 124373 w 248746"/>
                <a:gd name="connsiteY2" fmla="*/ 0 h 697873"/>
                <a:gd name="connsiteX3" fmla="*/ 248747 w 248746"/>
                <a:gd name="connsiteY3" fmla="*/ 0 h 697873"/>
                <a:gd name="connsiteX4" fmla="*/ 248747 w 248746"/>
                <a:gd name="connsiteY4" fmla="*/ 348937 h 697873"/>
                <a:gd name="connsiteX5" fmla="*/ 248747 w 248746"/>
                <a:gd name="connsiteY5" fmla="*/ 697873 h 697873"/>
                <a:gd name="connsiteX6" fmla="*/ 124373 w 248746"/>
                <a:gd name="connsiteY6" fmla="*/ 697873 h 697873"/>
                <a:gd name="connsiteX7" fmla="*/ 0 w 248746"/>
                <a:gd name="connsiteY7" fmla="*/ 697873 h 697873"/>
                <a:gd name="connsiteX8" fmla="*/ 0 w 248746"/>
                <a:gd name="connsiteY8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746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348937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77D2237E-CBD6-743B-264F-2476B9B9E912}"/>
                </a:ext>
              </a:extLst>
            </p:cNvPr>
            <p:cNvSpPr/>
            <p:nvPr/>
          </p:nvSpPr>
          <p:spPr>
            <a:xfrm>
              <a:off x="6731258" y="4029175"/>
              <a:ext cx="386371" cy="416064"/>
            </a:xfrm>
            <a:custGeom>
              <a:avLst/>
              <a:gdLst>
                <a:gd name="connsiteX0" fmla="*/ 0 w 670234"/>
                <a:gd name="connsiteY0" fmla="*/ 348937 h 698564"/>
                <a:gd name="connsiteX1" fmla="*/ 0 w 670234"/>
                <a:gd name="connsiteY1" fmla="*/ 0 h 698564"/>
                <a:gd name="connsiteX2" fmla="*/ 261184 w 670234"/>
                <a:gd name="connsiteY2" fmla="*/ 2073 h 698564"/>
                <a:gd name="connsiteX3" fmla="*/ 557607 w 670234"/>
                <a:gd name="connsiteY3" fmla="*/ 20729 h 698564"/>
                <a:gd name="connsiteX4" fmla="*/ 650197 w 670234"/>
                <a:gd name="connsiteY4" fmla="*/ 119537 h 698564"/>
                <a:gd name="connsiteX5" fmla="*/ 637068 w 670234"/>
                <a:gd name="connsiteY5" fmla="*/ 288822 h 698564"/>
                <a:gd name="connsiteX6" fmla="*/ 608048 w 670234"/>
                <a:gd name="connsiteY6" fmla="*/ 325444 h 698564"/>
                <a:gd name="connsiteX7" fmla="*/ 619794 w 670234"/>
                <a:gd name="connsiteY7" fmla="*/ 355156 h 698564"/>
                <a:gd name="connsiteX8" fmla="*/ 670235 w 670234"/>
                <a:gd name="connsiteY8" fmla="*/ 498185 h 698564"/>
                <a:gd name="connsiteX9" fmla="*/ 607357 w 670234"/>
                <a:gd name="connsiteY9" fmla="*/ 657106 h 698564"/>
                <a:gd name="connsiteX10" fmla="*/ 254275 w 670234"/>
                <a:gd name="connsiteY10" fmla="*/ 698564 h 698564"/>
                <a:gd name="connsiteX11" fmla="*/ 0 w 670234"/>
                <a:gd name="connsiteY11" fmla="*/ 698564 h 698564"/>
                <a:gd name="connsiteX12" fmla="*/ 0 w 670234"/>
                <a:gd name="connsiteY12" fmla="*/ 348937 h 698564"/>
                <a:gd name="connsiteX13" fmla="*/ 399377 w 670234"/>
                <a:gd name="connsiteY13" fmla="*/ 494039 h 698564"/>
                <a:gd name="connsiteX14" fmla="*/ 402832 w 670234"/>
                <a:gd name="connsiteY14" fmla="*/ 448436 h 698564"/>
                <a:gd name="connsiteX15" fmla="*/ 319916 w 670234"/>
                <a:gd name="connsiteY15" fmla="*/ 435998 h 698564"/>
                <a:gd name="connsiteX16" fmla="*/ 248747 w 670234"/>
                <a:gd name="connsiteY16" fmla="*/ 435998 h 698564"/>
                <a:gd name="connsiteX17" fmla="*/ 248747 w 670234"/>
                <a:gd name="connsiteY17" fmla="*/ 470546 h 698564"/>
                <a:gd name="connsiteX18" fmla="*/ 248747 w 670234"/>
                <a:gd name="connsiteY18" fmla="*/ 505094 h 698564"/>
                <a:gd name="connsiteX19" fmla="*/ 316461 w 670234"/>
                <a:gd name="connsiteY19" fmla="*/ 505094 h 698564"/>
                <a:gd name="connsiteX20" fmla="*/ 399377 w 670234"/>
                <a:gd name="connsiteY20" fmla="*/ 494039 h 698564"/>
                <a:gd name="connsiteX21" fmla="*/ 386940 w 670234"/>
                <a:gd name="connsiteY21" fmla="*/ 242528 h 698564"/>
                <a:gd name="connsiteX22" fmla="*/ 385558 w 670234"/>
                <a:gd name="connsiteY22" fmla="*/ 201070 h 698564"/>
                <a:gd name="connsiteX23" fmla="*/ 309552 w 670234"/>
                <a:gd name="connsiteY23" fmla="*/ 187251 h 698564"/>
                <a:gd name="connsiteX24" fmla="*/ 248747 w 670234"/>
                <a:gd name="connsiteY24" fmla="*/ 187251 h 698564"/>
                <a:gd name="connsiteX25" fmla="*/ 248747 w 670234"/>
                <a:gd name="connsiteY25" fmla="*/ 221799 h 698564"/>
                <a:gd name="connsiteX26" fmla="*/ 248747 w 670234"/>
                <a:gd name="connsiteY26" fmla="*/ 256347 h 698564"/>
                <a:gd name="connsiteX27" fmla="*/ 310934 w 670234"/>
                <a:gd name="connsiteY27" fmla="*/ 256347 h 698564"/>
                <a:gd name="connsiteX28" fmla="*/ 386940 w 670234"/>
                <a:gd name="connsiteY28" fmla="*/ 242528 h 69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70234" h="698564">
                  <a:moveTo>
                    <a:pt x="0" y="348937"/>
                  </a:moveTo>
                  <a:lnTo>
                    <a:pt x="0" y="0"/>
                  </a:lnTo>
                  <a:lnTo>
                    <a:pt x="261184" y="2073"/>
                  </a:lnTo>
                  <a:cubicBezTo>
                    <a:pt x="518223" y="4146"/>
                    <a:pt x="522368" y="4146"/>
                    <a:pt x="557607" y="20729"/>
                  </a:cubicBezTo>
                  <a:cubicBezTo>
                    <a:pt x="602520" y="40767"/>
                    <a:pt x="639141" y="80152"/>
                    <a:pt x="650197" y="119537"/>
                  </a:cubicBezTo>
                  <a:cubicBezTo>
                    <a:pt x="661944" y="164449"/>
                    <a:pt x="655034" y="253583"/>
                    <a:pt x="637068" y="288822"/>
                  </a:cubicBezTo>
                  <a:cubicBezTo>
                    <a:pt x="628777" y="304715"/>
                    <a:pt x="615649" y="321298"/>
                    <a:pt x="608048" y="325444"/>
                  </a:cubicBezTo>
                  <a:cubicBezTo>
                    <a:pt x="594920" y="332353"/>
                    <a:pt x="595610" y="333735"/>
                    <a:pt x="619794" y="355156"/>
                  </a:cubicBezTo>
                  <a:cubicBezTo>
                    <a:pt x="658489" y="389012"/>
                    <a:pt x="670235" y="421488"/>
                    <a:pt x="670235" y="498185"/>
                  </a:cubicBezTo>
                  <a:cubicBezTo>
                    <a:pt x="670235" y="579719"/>
                    <a:pt x="652961" y="623940"/>
                    <a:pt x="607357" y="657106"/>
                  </a:cubicBezTo>
                  <a:cubicBezTo>
                    <a:pt x="552771" y="696491"/>
                    <a:pt x="534806" y="698564"/>
                    <a:pt x="254275" y="698564"/>
                  </a:cubicBezTo>
                  <a:lnTo>
                    <a:pt x="0" y="698564"/>
                  </a:lnTo>
                  <a:lnTo>
                    <a:pt x="0" y="348937"/>
                  </a:lnTo>
                  <a:close/>
                  <a:moveTo>
                    <a:pt x="399377" y="494039"/>
                  </a:moveTo>
                  <a:cubicBezTo>
                    <a:pt x="417342" y="481601"/>
                    <a:pt x="418724" y="465710"/>
                    <a:pt x="402832" y="448436"/>
                  </a:cubicBezTo>
                  <a:cubicBezTo>
                    <a:pt x="393159" y="438071"/>
                    <a:pt x="380721" y="435998"/>
                    <a:pt x="319916" y="435998"/>
                  </a:cubicBezTo>
                  <a:lnTo>
                    <a:pt x="248747" y="435998"/>
                  </a:lnTo>
                  <a:lnTo>
                    <a:pt x="248747" y="470546"/>
                  </a:lnTo>
                  <a:lnTo>
                    <a:pt x="248747" y="505094"/>
                  </a:lnTo>
                  <a:lnTo>
                    <a:pt x="316461" y="505094"/>
                  </a:lnTo>
                  <a:cubicBezTo>
                    <a:pt x="366211" y="505094"/>
                    <a:pt x="387630" y="502330"/>
                    <a:pt x="399377" y="494039"/>
                  </a:cubicBezTo>
                  <a:close/>
                  <a:moveTo>
                    <a:pt x="386940" y="242528"/>
                  </a:moveTo>
                  <a:cubicBezTo>
                    <a:pt x="404214" y="225254"/>
                    <a:pt x="404214" y="219035"/>
                    <a:pt x="385558" y="201070"/>
                  </a:cubicBezTo>
                  <a:cubicBezTo>
                    <a:pt x="373120" y="189324"/>
                    <a:pt x="361374" y="187251"/>
                    <a:pt x="309552" y="187251"/>
                  </a:cubicBezTo>
                  <a:lnTo>
                    <a:pt x="248747" y="187251"/>
                  </a:lnTo>
                  <a:lnTo>
                    <a:pt x="248747" y="221799"/>
                  </a:lnTo>
                  <a:lnTo>
                    <a:pt x="248747" y="256347"/>
                  </a:lnTo>
                  <a:lnTo>
                    <a:pt x="310934" y="256347"/>
                  </a:lnTo>
                  <a:cubicBezTo>
                    <a:pt x="364138" y="256347"/>
                    <a:pt x="375193" y="254274"/>
                    <a:pt x="386940" y="242528"/>
                  </a:cubicBez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5B1BBC14-3BD3-C439-1CF0-72686A8C2ECF}"/>
                </a:ext>
              </a:extLst>
            </p:cNvPr>
            <p:cNvSpPr/>
            <p:nvPr/>
          </p:nvSpPr>
          <p:spPr>
            <a:xfrm>
              <a:off x="7217208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CDB5ADA9-A3A2-80CE-98C4-4F08E89D5F28}"/>
                </a:ext>
              </a:extLst>
            </p:cNvPr>
            <p:cNvSpPr/>
            <p:nvPr/>
          </p:nvSpPr>
          <p:spPr>
            <a:xfrm>
              <a:off x="7699178" y="4029587"/>
              <a:ext cx="438153" cy="415653"/>
            </a:xfrm>
            <a:custGeom>
              <a:avLst/>
              <a:gdLst>
                <a:gd name="connsiteX0" fmla="*/ 0 w 760060"/>
                <a:gd name="connsiteY0" fmla="*/ 676454 h 697873"/>
                <a:gd name="connsiteX1" fmla="*/ 231473 w 760060"/>
                <a:gd name="connsiteY1" fmla="*/ 22802 h 697873"/>
                <a:gd name="connsiteX2" fmla="*/ 241147 w 760060"/>
                <a:gd name="connsiteY2" fmla="*/ 0 h 697873"/>
                <a:gd name="connsiteX3" fmla="*/ 382103 w 760060"/>
                <a:gd name="connsiteY3" fmla="*/ 0 h 697873"/>
                <a:gd name="connsiteX4" fmla="*/ 523059 w 760060"/>
                <a:gd name="connsiteY4" fmla="*/ 0 h 697873"/>
                <a:gd name="connsiteX5" fmla="*/ 641905 w 760060"/>
                <a:gd name="connsiteY5" fmla="*/ 326826 h 697873"/>
                <a:gd name="connsiteX6" fmla="*/ 760060 w 760060"/>
                <a:gd name="connsiteY6" fmla="*/ 675763 h 697873"/>
                <a:gd name="connsiteX7" fmla="*/ 760060 w 760060"/>
                <a:gd name="connsiteY7" fmla="*/ 697873 h 697873"/>
                <a:gd name="connsiteX8" fmla="*/ 629468 w 760060"/>
                <a:gd name="connsiteY8" fmla="*/ 697873 h 697873"/>
                <a:gd name="connsiteX9" fmla="*/ 498875 w 760060"/>
                <a:gd name="connsiteY9" fmla="*/ 697873 h 697873"/>
                <a:gd name="connsiteX10" fmla="*/ 485748 w 760060"/>
                <a:gd name="connsiteY10" fmla="*/ 655034 h 697873"/>
                <a:gd name="connsiteX11" fmla="*/ 472619 w 760060"/>
                <a:gd name="connsiteY11" fmla="*/ 611503 h 697873"/>
                <a:gd name="connsiteX12" fmla="*/ 376575 w 760060"/>
                <a:gd name="connsiteY12" fmla="*/ 611503 h 697873"/>
                <a:gd name="connsiteX13" fmla="*/ 280531 w 760060"/>
                <a:gd name="connsiteY13" fmla="*/ 611503 h 697873"/>
                <a:gd name="connsiteX14" fmla="*/ 268094 w 760060"/>
                <a:gd name="connsiteY14" fmla="*/ 655034 h 697873"/>
                <a:gd name="connsiteX15" fmla="*/ 254966 w 760060"/>
                <a:gd name="connsiteY15" fmla="*/ 697873 h 697873"/>
                <a:gd name="connsiteX16" fmla="*/ 127828 w 760060"/>
                <a:gd name="connsiteY16" fmla="*/ 697873 h 697873"/>
                <a:gd name="connsiteX17" fmla="*/ 0 w 760060"/>
                <a:gd name="connsiteY17" fmla="*/ 697873 h 697873"/>
                <a:gd name="connsiteX18" fmla="*/ 0 w 760060"/>
                <a:gd name="connsiteY18" fmla="*/ 676454 h 697873"/>
                <a:gd name="connsiteX19" fmla="*/ 413887 w 760060"/>
                <a:gd name="connsiteY19" fmla="*/ 409742 h 697873"/>
                <a:gd name="connsiteX20" fmla="*/ 395231 w 760060"/>
                <a:gd name="connsiteY20" fmla="*/ 346863 h 697873"/>
                <a:gd name="connsiteX21" fmla="*/ 376575 w 760060"/>
                <a:gd name="connsiteY21" fmla="*/ 289514 h 697873"/>
                <a:gd name="connsiteX22" fmla="*/ 358610 w 760060"/>
                <a:gd name="connsiteY22" fmla="*/ 351701 h 697873"/>
                <a:gd name="connsiteX23" fmla="*/ 339954 w 760060"/>
                <a:gd name="connsiteY23" fmla="*/ 414578 h 697873"/>
                <a:gd name="connsiteX24" fmla="*/ 377266 w 760060"/>
                <a:gd name="connsiteY24" fmla="*/ 414578 h 697873"/>
                <a:gd name="connsiteX25" fmla="*/ 413887 w 760060"/>
                <a:gd name="connsiteY25" fmla="*/ 409742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0060" h="697873">
                  <a:moveTo>
                    <a:pt x="0" y="676454"/>
                  </a:moveTo>
                  <a:cubicBezTo>
                    <a:pt x="0" y="659870"/>
                    <a:pt x="192088" y="118846"/>
                    <a:pt x="231473" y="22802"/>
                  </a:cubicBezTo>
                  <a:lnTo>
                    <a:pt x="241147" y="0"/>
                  </a:lnTo>
                  <a:lnTo>
                    <a:pt x="382103" y="0"/>
                  </a:lnTo>
                  <a:lnTo>
                    <a:pt x="523059" y="0"/>
                  </a:lnTo>
                  <a:lnTo>
                    <a:pt x="641905" y="326826"/>
                  </a:lnTo>
                  <a:cubicBezTo>
                    <a:pt x="706856" y="505785"/>
                    <a:pt x="760060" y="663325"/>
                    <a:pt x="760060" y="675763"/>
                  </a:cubicBezTo>
                  <a:lnTo>
                    <a:pt x="760060" y="697873"/>
                  </a:lnTo>
                  <a:lnTo>
                    <a:pt x="629468" y="697873"/>
                  </a:lnTo>
                  <a:lnTo>
                    <a:pt x="498875" y="697873"/>
                  </a:lnTo>
                  <a:lnTo>
                    <a:pt x="485748" y="655034"/>
                  </a:lnTo>
                  <a:lnTo>
                    <a:pt x="472619" y="611503"/>
                  </a:lnTo>
                  <a:lnTo>
                    <a:pt x="376575" y="611503"/>
                  </a:lnTo>
                  <a:lnTo>
                    <a:pt x="280531" y="611503"/>
                  </a:lnTo>
                  <a:lnTo>
                    <a:pt x="268094" y="655034"/>
                  </a:lnTo>
                  <a:lnTo>
                    <a:pt x="254966" y="697873"/>
                  </a:lnTo>
                  <a:lnTo>
                    <a:pt x="127828" y="697873"/>
                  </a:lnTo>
                  <a:lnTo>
                    <a:pt x="0" y="697873"/>
                  </a:lnTo>
                  <a:lnTo>
                    <a:pt x="0" y="676454"/>
                  </a:lnTo>
                  <a:close/>
                  <a:moveTo>
                    <a:pt x="413887" y="409742"/>
                  </a:moveTo>
                  <a:cubicBezTo>
                    <a:pt x="413887" y="406287"/>
                    <a:pt x="404905" y="378648"/>
                    <a:pt x="395231" y="346863"/>
                  </a:cubicBezTo>
                  <a:lnTo>
                    <a:pt x="376575" y="289514"/>
                  </a:lnTo>
                  <a:lnTo>
                    <a:pt x="358610" y="351701"/>
                  </a:lnTo>
                  <a:lnTo>
                    <a:pt x="339954" y="414578"/>
                  </a:lnTo>
                  <a:lnTo>
                    <a:pt x="377266" y="414578"/>
                  </a:lnTo>
                  <a:cubicBezTo>
                    <a:pt x="397995" y="414578"/>
                    <a:pt x="414578" y="412505"/>
                    <a:pt x="413887" y="409742"/>
                  </a:cubicBez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937F80D9-0535-1953-4026-B7815254F515}"/>
                </a:ext>
              </a:extLst>
            </p:cNvPr>
            <p:cNvSpPr/>
            <p:nvPr/>
          </p:nvSpPr>
          <p:spPr>
            <a:xfrm>
              <a:off x="5351074" y="1540301"/>
              <a:ext cx="1671086" cy="2057171"/>
            </a:xfrm>
            <a:custGeom>
              <a:avLst/>
              <a:gdLst>
                <a:gd name="connsiteX0" fmla="*/ 801518 w 2898816"/>
                <a:gd name="connsiteY0" fmla="*/ 3447047 h 3453956"/>
                <a:gd name="connsiteX1" fmla="*/ 398686 w 2898816"/>
                <a:gd name="connsiteY1" fmla="*/ 3440137 h 3453956"/>
                <a:gd name="connsiteX2" fmla="*/ 0 w 2898816"/>
                <a:gd name="connsiteY2" fmla="*/ 3440137 h 3453956"/>
                <a:gd name="connsiteX3" fmla="*/ 0 w 2898816"/>
                <a:gd name="connsiteY3" fmla="*/ 1721019 h 3453956"/>
                <a:gd name="connsiteX4" fmla="*/ 0 w 2898816"/>
                <a:gd name="connsiteY4" fmla="*/ 2592 h 3453956"/>
                <a:gd name="connsiteX5" fmla="*/ 856795 w 2898816"/>
                <a:gd name="connsiteY5" fmla="*/ 520 h 3453956"/>
                <a:gd name="connsiteX6" fmla="*/ 1996194 w 2898816"/>
                <a:gd name="connsiteY6" fmla="*/ 23321 h 3453956"/>
                <a:gd name="connsiteX7" fmla="*/ 2698213 w 2898816"/>
                <a:gd name="connsiteY7" fmla="*/ 483503 h 3453956"/>
                <a:gd name="connsiteX8" fmla="*/ 2888228 w 2898816"/>
                <a:gd name="connsiteY8" fmla="*/ 970632 h 3453956"/>
                <a:gd name="connsiteX9" fmla="*/ 2885464 w 2898816"/>
                <a:gd name="connsiteY9" fmla="*/ 1415613 h 3453956"/>
                <a:gd name="connsiteX10" fmla="*/ 2508198 w 2898816"/>
                <a:gd name="connsiteY10" fmla="*/ 2096903 h 3453956"/>
                <a:gd name="connsiteX11" fmla="*/ 1982375 w 2898816"/>
                <a:gd name="connsiteY11" fmla="*/ 2320776 h 3453956"/>
                <a:gd name="connsiteX12" fmla="*/ 1372254 w 2898816"/>
                <a:gd name="connsiteY12" fmla="*/ 2338741 h 3453956"/>
                <a:gd name="connsiteX13" fmla="*/ 1350834 w 2898816"/>
                <a:gd name="connsiteY13" fmla="*/ 2168764 h 3453956"/>
                <a:gd name="connsiteX14" fmla="*/ 1350834 w 2898816"/>
                <a:gd name="connsiteY14" fmla="*/ 2023661 h 3453956"/>
                <a:gd name="connsiteX15" fmla="*/ 1357053 w 2898816"/>
                <a:gd name="connsiteY15" fmla="*/ 1941436 h 3453956"/>
                <a:gd name="connsiteX16" fmla="*/ 1617546 w 2898816"/>
                <a:gd name="connsiteY16" fmla="*/ 1935909 h 3453956"/>
                <a:gd name="connsiteX17" fmla="*/ 1865602 w 2898816"/>
                <a:gd name="connsiteY17" fmla="*/ 1936600 h 3453956"/>
                <a:gd name="connsiteX18" fmla="*/ 1927789 w 2898816"/>
                <a:gd name="connsiteY18" fmla="*/ 1917944 h 3453956"/>
                <a:gd name="connsiteX19" fmla="*/ 2385207 w 2898816"/>
                <a:gd name="connsiteY19" fmla="*/ 1567625 h 3453956"/>
                <a:gd name="connsiteX20" fmla="*/ 2484015 w 2898816"/>
                <a:gd name="connsiteY20" fmla="*/ 1168248 h 3453956"/>
                <a:gd name="connsiteX21" fmla="*/ 2449467 w 2898816"/>
                <a:gd name="connsiteY21" fmla="*/ 927102 h 3453956"/>
                <a:gd name="connsiteX22" fmla="*/ 2343058 w 2898816"/>
                <a:gd name="connsiteY22" fmla="*/ 719122 h 3453956"/>
                <a:gd name="connsiteX23" fmla="*/ 1918806 w 2898816"/>
                <a:gd name="connsiteY23" fmla="*/ 450337 h 3453956"/>
                <a:gd name="connsiteX24" fmla="*/ 1844873 w 2898816"/>
                <a:gd name="connsiteY24" fmla="*/ 432372 h 3453956"/>
                <a:gd name="connsiteX25" fmla="*/ 1143545 w 2898816"/>
                <a:gd name="connsiteY25" fmla="*/ 434445 h 3453956"/>
                <a:gd name="connsiteX26" fmla="*/ 437380 w 2898816"/>
                <a:gd name="connsiteY26" fmla="*/ 439282 h 3453956"/>
                <a:gd name="connsiteX27" fmla="*/ 438071 w 2898816"/>
                <a:gd name="connsiteY27" fmla="*/ 2934352 h 3453956"/>
                <a:gd name="connsiteX28" fmla="*/ 438762 w 2898816"/>
                <a:gd name="connsiteY28" fmla="*/ 3046288 h 3453956"/>
                <a:gd name="connsiteX29" fmla="*/ 565208 w 2898816"/>
                <a:gd name="connsiteY29" fmla="*/ 3046288 h 3453956"/>
                <a:gd name="connsiteX30" fmla="*/ 690964 w 2898816"/>
                <a:gd name="connsiteY30" fmla="*/ 3046288 h 3453956"/>
                <a:gd name="connsiteX31" fmla="*/ 689582 w 2898816"/>
                <a:gd name="connsiteY31" fmla="*/ 2971664 h 3453956"/>
                <a:gd name="connsiteX32" fmla="*/ 683363 w 2898816"/>
                <a:gd name="connsiteY32" fmla="*/ 748142 h 3453956"/>
                <a:gd name="connsiteX33" fmla="*/ 782862 w 2898816"/>
                <a:gd name="connsiteY33" fmla="*/ 752979 h 3453956"/>
                <a:gd name="connsiteX34" fmla="*/ 925891 w 2898816"/>
                <a:gd name="connsiteY34" fmla="*/ 829676 h 3453956"/>
                <a:gd name="connsiteX35" fmla="*/ 1050265 w 2898816"/>
                <a:gd name="connsiteY35" fmla="*/ 897390 h 3453956"/>
                <a:gd name="connsiteX36" fmla="*/ 1216096 w 2898816"/>
                <a:gd name="connsiteY36" fmla="*/ 983761 h 3453956"/>
                <a:gd name="connsiteX37" fmla="*/ 1422003 w 2898816"/>
                <a:gd name="connsiteY37" fmla="*/ 1091551 h 3453956"/>
                <a:gd name="connsiteX38" fmla="*/ 1487645 w 2898816"/>
                <a:gd name="connsiteY38" fmla="*/ 1125409 h 3453956"/>
                <a:gd name="connsiteX39" fmla="*/ 1518738 w 2898816"/>
                <a:gd name="connsiteY39" fmla="*/ 1142683 h 3453956"/>
                <a:gd name="connsiteX40" fmla="*/ 1544304 w 2898816"/>
                <a:gd name="connsiteY40" fmla="*/ 1188977 h 3453956"/>
                <a:gd name="connsiteX41" fmla="*/ 1544304 w 2898816"/>
                <a:gd name="connsiteY41" fmla="*/ 1217307 h 3453956"/>
                <a:gd name="connsiteX42" fmla="*/ 1466225 w 2898816"/>
                <a:gd name="connsiteY42" fmla="*/ 1213852 h 3453956"/>
                <a:gd name="connsiteX43" fmla="*/ 1288647 w 2898816"/>
                <a:gd name="connsiteY43" fmla="*/ 1170321 h 3453956"/>
                <a:gd name="connsiteX44" fmla="*/ 1149073 w 2898816"/>
                <a:gd name="connsiteY44" fmla="*/ 1110207 h 3453956"/>
                <a:gd name="connsiteX45" fmla="*/ 1108997 w 2898816"/>
                <a:gd name="connsiteY45" fmla="*/ 1090860 h 3453956"/>
                <a:gd name="connsiteX46" fmla="*/ 1108997 w 2898816"/>
                <a:gd name="connsiteY46" fmla="*/ 2265499 h 3453956"/>
                <a:gd name="connsiteX47" fmla="*/ 1108997 w 2898816"/>
                <a:gd name="connsiteY47" fmla="*/ 3440137 h 3453956"/>
                <a:gd name="connsiteX48" fmla="*/ 994988 w 2898816"/>
                <a:gd name="connsiteY48" fmla="*/ 3440137 h 3453956"/>
                <a:gd name="connsiteX49" fmla="*/ 880979 w 2898816"/>
                <a:gd name="connsiteY49" fmla="*/ 3447047 h 3453956"/>
                <a:gd name="connsiteX50" fmla="*/ 843667 w 2898816"/>
                <a:gd name="connsiteY50" fmla="*/ 3453956 h 3453956"/>
                <a:gd name="connsiteX51" fmla="*/ 801518 w 2898816"/>
                <a:gd name="connsiteY51" fmla="*/ 3447047 h 345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898816" h="3453956">
                  <a:moveTo>
                    <a:pt x="801518" y="3447047"/>
                  </a:moveTo>
                  <a:cubicBezTo>
                    <a:pt x="798754" y="3442901"/>
                    <a:pt x="657106" y="3440137"/>
                    <a:pt x="398686" y="3440137"/>
                  </a:cubicBezTo>
                  <a:lnTo>
                    <a:pt x="0" y="3440137"/>
                  </a:lnTo>
                  <a:lnTo>
                    <a:pt x="0" y="1721019"/>
                  </a:lnTo>
                  <a:lnTo>
                    <a:pt x="0" y="2592"/>
                  </a:lnTo>
                  <a:lnTo>
                    <a:pt x="856795" y="520"/>
                  </a:lnTo>
                  <a:cubicBezTo>
                    <a:pt x="1719809" y="-1553"/>
                    <a:pt x="1884949" y="1901"/>
                    <a:pt x="1996194" y="23321"/>
                  </a:cubicBezTo>
                  <a:cubicBezTo>
                    <a:pt x="2294000" y="80671"/>
                    <a:pt x="2533764" y="238211"/>
                    <a:pt x="2698213" y="483503"/>
                  </a:cubicBezTo>
                  <a:cubicBezTo>
                    <a:pt x="2803931" y="641734"/>
                    <a:pt x="2863354" y="794437"/>
                    <a:pt x="2888228" y="970632"/>
                  </a:cubicBezTo>
                  <a:cubicBezTo>
                    <a:pt x="2903430" y="1079805"/>
                    <a:pt x="2902048" y="1313351"/>
                    <a:pt x="2885464" y="1415613"/>
                  </a:cubicBezTo>
                  <a:cubicBezTo>
                    <a:pt x="2838479" y="1703745"/>
                    <a:pt x="2718252" y="1920708"/>
                    <a:pt x="2508198" y="2096903"/>
                  </a:cubicBezTo>
                  <a:cubicBezTo>
                    <a:pt x="2354114" y="2226805"/>
                    <a:pt x="2211775" y="2286918"/>
                    <a:pt x="1982375" y="2320776"/>
                  </a:cubicBezTo>
                  <a:cubicBezTo>
                    <a:pt x="1864220" y="2338741"/>
                    <a:pt x="1400584" y="2351869"/>
                    <a:pt x="1372254" y="2338741"/>
                  </a:cubicBezTo>
                  <a:cubicBezTo>
                    <a:pt x="1346689" y="2326995"/>
                    <a:pt x="1343925" y="2302120"/>
                    <a:pt x="1350834" y="2168764"/>
                  </a:cubicBezTo>
                  <a:cubicBezTo>
                    <a:pt x="1355671" y="2087921"/>
                    <a:pt x="1355671" y="2040245"/>
                    <a:pt x="1350834" y="2023661"/>
                  </a:cubicBezTo>
                  <a:cubicBezTo>
                    <a:pt x="1339779" y="1984276"/>
                    <a:pt x="1341852" y="1949037"/>
                    <a:pt x="1357053" y="1941436"/>
                  </a:cubicBezTo>
                  <a:cubicBezTo>
                    <a:pt x="1364653" y="1936600"/>
                    <a:pt x="1463461" y="1934527"/>
                    <a:pt x="1617546" y="1935909"/>
                  </a:cubicBezTo>
                  <a:lnTo>
                    <a:pt x="1865602" y="1936600"/>
                  </a:lnTo>
                  <a:lnTo>
                    <a:pt x="1927789" y="1917944"/>
                  </a:lnTo>
                  <a:cubicBezTo>
                    <a:pt x="2127478" y="1855757"/>
                    <a:pt x="2281562" y="1738293"/>
                    <a:pt x="2385207" y="1567625"/>
                  </a:cubicBezTo>
                  <a:cubicBezTo>
                    <a:pt x="2450849" y="1459835"/>
                    <a:pt x="2484015" y="1327170"/>
                    <a:pt x="2484015" y="1168248"/>
                  </a:cubicBezTo>
                  <a:cubicBezTo>
                    <a:pt x="2484015" y="1065295"/>
                    <a:pt x="2473650" y="993435"/>
                    <a:pt x="2449467" y="927102"/>
                  </a:cubicBezTo>
                  <a:cubicBezTo>
                    <a:pt x="2428047" y="869752"/>
                    <a:pt x="2378297" y="771635"/>
                    <a:pt x="2343058" y="719122"/>
                  </a:cubicBezTo>
                  <a:cubicBezTo>
                    <a:pt x="2261524" y="596130"/>
                    <a:pt x="2100530" y="494559"/>
                    <a:pt x="1918806" y="450337"/>
                  </a:cubicBezTo>
                  <a:lnTo>
                    <a:pt x="1844873" y="432372"/>
                  </a:lnTo>
                  <a:lnTo>
                    <a:pt x="1143545" y="434445"/>
                  </a:lnTo>
                  <a:cubicBezTo>
                    <a:pt x="757987" y="435136"/>
                    <a:pt x="440144" y="437209"/>
                    <a:pt x="437380" y="439282"/>
                  </a:cubicBezTo>
                  <a:cubicBezTo>
                    <a:pt x="433234" y="441354"/>
                    <a:pt x="433925" y="2165309"/>
                    <a:pt x="438071" y="2934352"/>
                  </a:cubicBezTo>
                  <a:lnTo>
                    <a:pt x="438762" y="3046288"/>
                  </a:lnTo>
                  <a:lnTo>
                    <a:pt x="565208" y="3046288"/>
                  </a:lnTo>
                  <a:lnTo>
                    <a:pt x="690964" y="3046288"/>
                  </a:lnTo>
                  <a:lnTo>
                    <a:pt x="689582" y="2971664"/>
                  </a:lnTo>
                  <a:cubicBezTo>
                    <a:pt x="685436" y="2684223"/>
                    <a:pt x="680599" y="761271"/>
                    <a:pt x="683363" y="748142"/>
                  </a:cubicBezTo>
                  <a:cubicBezTo>
                    <a:pt x="689582" y="723268"/>
                    <a:pt x="731731" y="725341"/>
                    <a:pt x="782862" y="752979"/>
                  </a:cubicBezTo>
                  <a:cubicBezTo>
                    <a:pt x="804282" y="764725"/>
                    <a:pt x="869232" y="799274"/>
                    <a:pt x="925891" y="829676"/>
                  </a:cubicBezTo>
                  <a:cubicBezTo>
                    <a:pt x="983241" y="860078"/>
                    <a:pt x="1039210" y="890481"/>
                    <a:pt x="1050265" y="897390"/>
                  </a:cubicBezTo>
                  <a:cubicBezTo>
                    <a:pt x="1062011" y="903609"/>
                    <a:pt x="1136635" y="942994"/>
                    <a:pt x="1216096" y="983761"/>
                  </a:cubicBezTo>
                  <a:cubicBezTo>
                    <a:pt x="1296248" y="1024528"/>
                    <a:pt x="1388146" y="1073586"/>
                    <a:pt x="1422003" y="1091551"/>
                  </a:cubicBezTo>
                  <a:cubicBezTo>
                    <a:pt x="1455169" y="1110207"/>
                    <a:pt x="1484190" y="1125409"/>
                    <a:pt x="1487645" y="1125409"/>
                  </a:cubicBezTo>
                  <a:cubicBezTo>
                    <a:pt x="1490409" y="1125409"/>
                    <a:pt x="1504228" y="1133009"/>
                    <a:pt x="1518738" y="1142683"/>
                  </a:cubicBezTo>
                  <a:cubicBezTo>
                    <a:pt x="1541540" y="1158575"/>
                    <a:pt x="1544304" y="1164102"/>
                    <a:pt x="1544304" y="1188977"/>
                  </a:cubicBezTo>
                  <a:lnTo>
                    <a:pt x="1544304" y="1217307"/>
                  </a:lnTo>
                  <a:lnTo>
                    <a:pt x="1466225" y="1213852"/>
                  </a:lnTo>
                  <a:cubicBezTo>
                    <a:pt x="1390910" y="1210397"/>
                    <a:pt x="1384692" y="1209015"/>
                    <a:pt x="1288647" y="1170321"/>
                  </a:cubicBezTo>
                  <a:cubicBezTo>
                    <a:pt x="1233370" y="1148210"/>
                    <a:pt x="1170493" y="1121263"/>
                    <a:pt x="1149073" y="1110207"/>
                  </a:cubicBezTo>
                  <a:lnTo>
                    <a:pt x="1108997" y="1090860"/>
                  </a:lnTo>
                  <a:lnTo>
                    <a:pt x="1108997" y="2265499"/>
                  </a:lnTo>
                  <a:lnTo>
                    <a:pt x="1108997" y="3440137"/>
                  </a:lnTo>
                  <a:lnTo>
                    <a:pt x="994988" y="3440137"/>
                  </a:lnTo>
                  <a:cubicBezTo>
                    <a:pt x="923819" y="3440137"/>
                    <a:pt x="880979" y="3442901"/>
                    <a:pt x="880979" y="3447047"/>
                  </a:cubicBezTo>
                  <a:cubicBezTo>
                    <a:pt x="880979" y="3451192"/>
                    <a:pt x="864395" y="3453956"/>
                    <a:pt x="843667" y="3453956"/>
                  </a:cubicBezTo>
                  <a:cubicBezTo>
                    <a:pt x="822938" y="3453956"/>
                    <a:pt x="803591" y="3451192"/>
                    <a:pt x="801518" y="3447047"/>
                  </a:cubicBezTo>
                  <a:close/>
                </a:path>
              </a:pathLst>
            </a:custGeom>
            <a:solidFill>
              <a:srgbClr val="7030A0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E6E6E6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CEFE6954-90EF-B393-C315-7F9A5F557D8E}"/>
                </a:ext>
              </a:extLst>
            </p:cNvPr>
            <p:cNvSpPr/>
            <p:nvPr/>
          </p:nvSpPr>
          <p:spPr>
            <a:xfrm>
              <a:off x="3484334" y="817334"/>
              <a:ext cx="5223331" cy="5223331"/>
            </a:xfrm>
            <a:prstGeom prst="ellipse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xmlns="" id="{77561983-F28A-B44F-DAC9-C1ADC2482C51}"/>
                </a:ext>
              </a:extLst>
            </p:cNvPr>
            <p:cNvSpPr txBox="1"/>
            <p:nvPr/>
          </p:nvSpPr>
          <p:spPr>
            <a:xfrm>
              <a:off x="4244369" y="4477838"/>
              <a:ext cx="3740407" cy="549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800" b="1" dirty="0">
                  <a:solidFill>
                    <a:srgbClr val="7030A0"/>
                  </a:solidFill>
                  <a:latin typeface="Arial Black" panose="020B0A04020102020204" pitchFamily="34" charset="0"/>
                </a:rPr>
                <a:t>TECHNOLOGIES</a:t>
              </a:r>
              <a:endParaRPr lang="en-IN" sz="4800" b="1" dirty="0">
                <a:solidFill>
                  <a:srgbClr val="7030A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154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xmlns="" id="{20CE99B2-EFF8-DC67-2E49-80921693ED8D}"/>
              </a:ext>
            </a:extLst>
          </p:cNvPr>
          <p:cNvGrpSpPr/>
          <p:nvPr/>
        </p:nvGrpSpPr>
        <p:grpSpPr>
          <a:xfrm>
            <a:off x="5270422" y="1738070"/>
            <a:ext cx="7459818" cy="7323622"/>
            <a:chOff x="5270422" y="1738070"/>
            <a:chExt cx="7459818" cy="7323622"/>
          </a:xfrm>
        </p:grpSpPr>
        <p:grpSp>
          <p:nvGrpSpPr>
            <p:cNvPr id="46" name="Graphic 90">
              <a:extLst>
                <a:ext uri="{FF2B5EF4-FFF2-40B4-BE49-F238E27FC236}">
                  <a16:creationId xmlns:a16="http://schemas.microsoft.com/office/drawing/2014/main" xmlns="" id="{A71494BF-62F9-F754-9DA3-E1DC21EDF911}"/>
                </a:ext>
              </a:extLst>
            </p:cNvPr>
            <p:cNvGrpSpPr/>
            <p:nvPr/>
          </p:nvGrpSpPr>
          <p:grpSpPr>
            <a:xfrm>
              <a:off x="6012613" y="2973364"/>
              <a:ext cx="5980603" cy="4166044"/>
              <a:chOff x="5486780" y="2702530"/>
              <a:chExt cx="7082379" cy="4877341"/>
            </a:xfrm>
            <a:solidFill>
              <a:srgbClr val="002060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xmlns="" id="{0CC4848C-BCE3-299C-AC8F-C0D7FF9B1F4F}"/>
                  </a:ext>
                </a:extLst>
              </p:cNvPr>
              <p:cNvSpPr/>
              <p:nvPr/>
            </p:nvSpPr>
            <p:spPr>
              <a:xfrm>
                <a:off x="5486780" y="6882985"/>
                <a:ext cx="619467" cy="696886"/>
              </a:xfrm>
              <a:custGeom>
                <a:avLst/>
                <a:gdLst>
                  <a:gd name="connsiteX0" fmla="*/ 1382 w 619467"/>
                  <a:gd name="connsiteY0" fmla="*/ 350023 h 696886"/>
                  <a:gd name="connsiteX1" fmla="*/ 3455 w 619467"/>
                  <a:gd name="connsiteY1" fmla="*/ 2468 h 696886"/>
                  <a:gd name="connsiteX2" fmla="*/ 213508 w 619467"/>
                  <a:gd name="connsiteY2" fmla="*/ 395 h 696886"/>
                  <a:gd name="connsiteX3" fmla="*/ 464328 w 619467"/>
                  <a:gd name="connsiteY3" fmla="*/ 9377 h 696886"/>
                  <a:gd name="connsiteX4" fmla="*/ 605975 w 619467"/>
                  <a:gd name="connsiteY4" fmla="*/ 133751 h 696886"/>
                  <a:gd name="connsiteX5" fmla="*/ 603902 w 619467"/>
                  <a:gd name="connsiteY5" fmla="*/ 359005 h 696886"/>
                  <a:gd name="connsiteX6" fmla="*/ 512004 w 619467"/>
                  <a:gd name="connsiteY6" fmla="*/ 460577 h 696886"/>
                  <a:gd name="connsiteX7" fmla="*/ 368284 w 619467"/>
                  <a:gd name="connsiteY7" fmla="*/ 481306 h 696886"/>
                  <a:gd name="connsiteX8" fmla="*/ 255657 w 619467"/>
                  <a:gd name="connsiteY8" fmla="*/ 484069 h 696886"/>
                  <a:gd name="connsiteX9" fmla="*/ 255657 w 619467"/>
                  <a:gd name="connsiteY9" fmla="*/ 590478 h 696886"/>
                  <a:gd name="connsiteX10" fmla="*/ 255657 w 619467"/>
                  <a:gd name="connsiteY10" fmla="*/ 696886 h 696886"/>
                  <a:gd name="connsiteX11" fmla="*/ 127828 w 619467"/>
                  <a:gd name="connsiteY11" fmla="*/ 696886 h 696886"/>
                  <a:gd name="connsiteX12" fmla="*/ 0 w 619467"/>
                  <a:gd name="connsiteY12" fmla="*/ 696886 h 696886"/>
                  <a:gd name="connsiteX13" fmla="*/ 1382 w 619467"/>
                  <a:gd name="connsiteY13" fmla="*/ 350023 h 696886"/>
                  <a:gd name="connsiteX14" fmla="*/ 348937 w 619467"/>
                  <a:gd name="connsiteY14" fmla="*/ 271943 h 696886"/>
                  <a:gd name="connsiteX15" fmla="*/ 348937 w 619467"/>
                  <a:gd name="connsiteY15" fmla="*/ 216666 h 696886"/>
                  <a:gd name="connsiteX16" fmla="*/ 293660 w 619467"/>
                  <a:gd name="connsiteY16" fmla="*/ 199392 h 696886"/>
                  <a:gd name="connsiteX17" fmla="*/ 255657 w 619467"/>
                  <a:gd name="connsiteY17" fmla="*/ 199392 h 696886"/>
                  <a:gd name="connsiteX18" fmla="*/ 255657 w 619467"/>
                  <a:gd name="connsiteY18" fmla="*/ 244305 h 696886"/>
                  <a:gd name="connsiteX19" fmla="*/ 255657 w 619467"/>
                  <a:gd name="connsiteY19" fmla="*/ 289218 h 696886"/>
                  <a:gd name="connsiteX20" fmla="*/ 293660 w 619467"/>
                  <a:gd name="connsiteY20" fmla="*/ 289218 h 696886"/>
                  <a:gd name="connsiteX21" fmla="*/ 348937 w 619467"/>
                  <a:gd name="connsiteY21" fmla="*/ 271943 h 69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19467" h="696886">
                    <a:moveTo>
                      <a:pt x="1382" y="350023"/>
                    </a:moveTo>
                    <a:lnTo>
                      <a:pt x="3455" y="2468"/>
                    </a:lnTo>
                    <a:lnTo>
                      <a:pt x="213508" y="395"/>
                    </a:lnTo>
                    <a:cubicBezTo>
                      <a:pt x="382103" y="-987"/>
                      <a:pt x="431852" y="1086"/>
                      <a:pt x="464328" y="9377"/>
                    </a:cubicBezTo>
                    <a:cubicBezTo>
                      <a:pt x="533424" y="26651"/>
                      <a:pt x="574882" y="63272"/>
                      <a:pt x="605975" y="133751"/>
                    </a:cubicBezTo>
                    <a:cubicBezTo>
                      <a:pt x="624631" y="176591"/>
                      <a:pt x="623940" y="316165"/>
                      <a:pt x="603902" y="359005"/>
                    </a:cubicBezTo>
                    <a:cubicBezTo>
                      <a:pt x="584555" y="400463"/>
                      <a:pt x="551389" y="437775"/>
                      <a:pt x="512004" y="460577"/>
                    </a:cubicBezTo>
                    <a:cubicBezTo>
                      <a:pt x="481602" y="478542"/>
                      <a:pt x="475383" y="479233"/>
                      <a:pt x="368284" y="481306"/>
                    </a:cubicBezTo>
                    <a:lnTo>
                      <a:pt x="255657" y="484069"/>
                    </a:lnTo>
                    <a:lnTo>
                      <a:pt x="255657" y="590478"/>
                    </a:lnTo>
                    <a:lnTo>
                      <a:pt x="255657" y="696886"/>
                    </a:lnTo>
                    <a:lnTo>
                      <a:pt x="127828" y="696886"/>
                    </a:lnTo>
                    <a:lnTo>
                      <a:pt x="0" y="696886"/>
                    </a:lnTo>
                    <a:lnTo>
                      <a:pt x="1382" y="350023"/>
                    </a:lnTo>
                    <a:close/>
                    <a:moveTo>
                      <a:pt x="348937" y="271943"/>
                    </a:moveTo>
                    <a:cubicBezTo>
                      <a:pt x="370357" y="250524"/>
                      <a:pt x="370357" y="238086"/>
                      <a:pt x="348937" y="216666"/>
                    </a:cubicBezTo>
                    <a:cubicBezTo>
                      <a:pt x="335117" y="202156"/>
                      <a:pt x="325444" y="199392"/>
                      <a:pt x="293660" y="199392"/>
                    </a:cubicBezTo>
                    <a:lnTo>
                      <a:pt x="255657" y="199392"/>
                    </a:lnTo>
                    <a:lnTo>
                      <a:pt x="255657" y="244305"/>
                    </a:lnTo>
                    <a:lnTo>
                      <a:pt x="255657" y="289218"/>
                    </a:lnTo>
                    <a:lnTo>
                      <a:pt x="293660" y="289218"/>
                    </a:lnTo>
                    <a:cubicBezTo>
                      <a:pt x="325444" y="289218"/>
                      <a:pt x="335117" y="286454"/>
                      <a:pt x="348937" y="271943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xmlns="" id="{8301BE58-D74A-14E1-E7ED-FA586FF83BAA}"/>
                  </a:ext>
                </a:extLst>
              </p:cNvPr>
              <p:cNvSpPr/>
              <p:nvPr/>
            </p:nvSpPr>
            <p:spPr>
              <a:xfrm>
                <a:off x="6281389" y="6880616"/>
                <a:ext cx="677144" cy="699255"/>
              </a:xfrm>
              <a:custGeom>
                <a:avLst/>
                <a:gdLst>
                  <a:gd name="connsiteX0" fmla="*/ 0 w 677144"/>
                  <a:gd name="connsiteY0" fmla="*/ 349628 h 699255"/>
                  <a:gd name="connsiteX1" fmla="*/ 0 w 677144"/>
                  <a:gd name="connsiteY1" fmla="*/ 0 h 699255"/>
                  <a:gd name="connsiteX2" fmla="*/ 250820 w 677144"/>
                  <a:gd name="connsiteY2" fmla="*/ 2764 h 699255"/>
                  <a:gd name="connsiteX3" fmla="*/ 596302 w 677144"/>
                  <a:gd name="connsiteY3" fmla="*/ 56659 h 699255"/>
                  <a:gd name="connsiteX4" fmla="*/ 661943 w 677144"/>
                  <a:gd name="connsiteY4" fmla="*/ 201761 h 699255"/>
                  <a:gd name="connsiteX5" fmla="*/ 581101 w 677144"/>
                  <a:gd name="connsiteY5" fmla="*/ 400759 h 699255"/>
                  <a:gd name="connsiteX6" fmla="*/ 554153 w 677144"/>
                  <a:gd name="connsiteY6" fmla="*/ 420106 h 699255"/>
                  <a:gd name="connsiteX7" fmla="*/ 615649 w 677144"/>
                  <a:gd name="connsiteY7" fmla="*/ 534115 h 699255"/>
                  <a:gd name="connsiteX8" fmla="*/ 677144 w 677144"/>
                  <a:gd name="connsiteY8" fmla="*/ 673690 h 699255"/>
                  <a:gd name="connsiteX9" fmla="*/ 677144 w 677144"/>
                  <a:gd name="connsiteY9" fmla="*/ 699255 h 699255"/>
                  <a:gd name="connsiteX10" fmla="*/ 540334 w 677144"/>
                  <a:gd name="connsiteY10" fmla="*/ 699255 h 699255"/>
                  <a:gd name="connsiteX11" fmla="*/ 402832 w 677144"/>
                  <a:gd name="connsiteY11" fmla="*/ 699255 h 699255"/>
                  <a:gd name="connsiteX12" fmla="*/ 345482 w 677144"/>
                  <a:gd name="connsiteY12" fmla="*/ 578337 h 699255"/>
                  <a:gd name="connsiteX13" fmla="*/ 270167 w 677144"/>
                  <a:gd name="connsiteY13" fmla="*/ 458800 h 699255"/>
                  <a:gd name="connsiteX14" fmla="*/ 252202 w 677144"/>
                  <a:gd name="connsiteY14" fmla="*/ 460873 h 699255"/>
                  <a:gd name="connsiteX15" fmla="*/ 250129 w 677144"/>
                  <a:gd name="connsiteY15" fmla="*/ 580410 h 699255"/>
                  <a:gd name="connsiteX16" fmla="*/ 248747 w 677144"/>
                  <a:gd name="connsiteY16" fmla="*/ 699255 h 699255"/>
                  <a:gd name="connsiteX17" fmla="*/ 124373 w 677144"/>
                  <a:gd name="connsiteY17" fmla="*/ 699255 h 699255"/>
                  <a:gd name="connsiteX18" fmla="*/ 0 w 677144"/>
                  <a:gd name="connsiteY18" fmla="*/ 699255 h 699255"/>
                  <a:gd name="connsiteX19" fmla="*/ 0 w 677144"/>
                  <a:gd name="connsiteY19" fmla="*/ 349628 h 699255"/>
                  <a:gd name="connsiteX20" fmla="*/ 386940 w 677144"/>
                  <a:gd name="connsiteY20" fmla="*/ 257039 h 699255"/>
                  <a:gd name="connsiteX21" fmla="*/ 385558 w 677144"/>
                  <a:gd name="connsiteY21" fmla="*/ 208671 h 699255"/>
                  <a:gd name="connsiteX22" fmla="*/ 309552 w 677144"/>
                  <a:gd name="connsiteY22" fmla="*/ 194852 h 699255"/>
                  <a:gd name="connsiteX23" fmla="*/ 248747 w 677144"/>
                  <a:gd name="connsiteY23" fmla="*/ 194852 h 699255"/>
                  <a:gd name="connsiteX24" fmla="*/ 248747 w 677144"/>
                  <a:gd name="connsiteY24" fmla="*/ 232855 h 699255"/>
                  <a:gd name="connsiteX25" fmla="*/ 248747 w 677144"/>
                  <a:gd name="connsiteY25" fmla="*/ 270858 h 699255"/>
                  <a:gd name="connsiteX26" fmla="*/ 310934 w 677144"/>
                  <a:gd name="connsiteY26" fmla="*/ 270858 h 699255"/>
                  <a:gd name="connsiteX27" fmla="*/ 386940 w 677144"/>
                  <a:gd name="connsiteY27" fmla="*/ 257039 h 699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77144" h="699255">
                    <a:moveTo>
                      <a:pt x="0" y="349628"/>
                    </a:moveTo>
                    <a:lnTo>
                      <a:pt x="0" y="0"/>
                    </a:lnTo>
                    <a:lnTo>
                      <a:pt x="250820" y="2764"/>
                    </a:lnTo>
                    <a:cubicBezTo>
                      <a:pt x="532042" y="6219"/>
                      <a:pt x="539643" y="7601"/>
                      <a:pt x="596302" y="56659"/>
                    </a:cubicBezTo>
                    <a:cubicBezTo>
                      <a:pt x="634305" y="90517"/>
                      <a:pt x="657107" y="141648"/>
                      <a:pt x="661943" y="201761"/>
                    </a:cubicBezTo>
                    <a:cubicBezTo>
                      <a:pt x="668162" y="290896"/>
                      <a:pt x="641214" y="357228"/>
                      <a:pt x="581101" y="400759"/>
                    </a:cubicBezTo>
                    <a:lnTo>
                      <a:pt x="554153" y="420106"/>
                    </a:lnTo>
                    <a:lnTo>
                      <a:pt x="615649" y="534115"/>
                    </a:lnTo>
                    <a:cubicBezTo>
                      <a:pt x="660561" y="617721"/>
                      <a:pt x="676453" y="654343"/>
                      <a:pt x="677144" y="673690"/>
                    </a:cubicBezTo>
                    <a:lnTo>
                      <a:pt x="677144" y="699255"/>
                    </a:lnTo>
                    <a:lnTo>
                      <a:pt x="540334" y="699255"/>
                    </a:lnTo>
                    <a:lnTo>
                      <a:pt x="402832" y="699255"/>
                    </a:lnTo>
                    <a:lnTo>
                      <a:pt x="345482" y="578337"/>
                    </a:lnTo>
                    <a:cubicBezTo>
                      <a:pt x="290896" y="464328"/>
                      <a:pt x="286750" y="456727"/>
                      <a:pt x="270167" y="458800"/>
                    </a:cubicBezTo>
                    <a:lnTo>
                      <a:pt x="252202" y="460873"/>
                    </a:lnTo>
                    <a:lnTo>
                      <a:pt x="250129" y="580410"/>
                    </a:lnTo>
                    <a:lnTo>
                      <a:pt x="248747" y="699255"/>
                    </a:lnTo>
                    <a:lnTo>
                      <a:pt x="124373" y="699255"/>
                    </a:lnTo>
                    <a:lnTo>
                      <a:pt x="0" y="699255"/>
                    </a:lnTo>
                    <a:lnTo>
                      <a:pt x="0" y="349628"/>
                    </a:lnTo>
                    <a:close/>
                    <a:moveTo>
                      <a:pt x="386940" y="257039"/>
                    </a:moveTo>
                    <a:cubicBezTo>
                      <a:pt x="404905" y="239074"/>
                      <a:pt x="404214" y="226636"/>
                      <a:pt x="385558" y="208671"/>
                    </a:cubicBezTo>
                    <a:cubicBezTo>
                      <a:pt x="373120" y="196925"/>
                      <a:pt x="361374" y="194852"/>
                      <a:pt x="309552" y="194852"/>
                    </a:cubicBezTo>
                    <a:lnTo>
                      <a:pt x="248747" y="194852"/>
                    </a:lnTo>
                    <a:lnTo>
                      <a:pt x="248747" y="232855"/>
                    </a:lnTo>
                    <a:lnTo>
                      <a:pt x="248747" y="270858"/>
                    </a:lnTo>
                    <a:lnTo>
                      <a:pt x="310934" y="270858"/>
                    </a:lnTo>
                    <a:cubicBezTo>
                      <a:pt x="364138" y="270858"/>
                      <a:pt x="375193" y="268785"/>
                      <a:pt x="386940" y="257039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xmlns="" id="{5C9E6813-506B-8DBC-5F56-472B2DD1379D}"/>
                  </a:ext>
                </a:extLst>
              </p:cNvPr>
              <p:cNvSpPr/>
              <p:nvPr/>
            </p:nvSpPr>
            <p:spPr>
              <a:xfrm>
                <a:off x="7069087" y="6881998"/>
                <a:ext cx="760060" cy="697873"/>
              </a:xfrm>
              <a:custGeom>
                <a:avLst/>
                <a:gdLst>
                  <a:gd name="connsiteX0" fmla="*/ 0 w 760060"/>
                  <a:gd name="connsiteY0" fmla="*/ 671616 h 697873"/>
                  <a:gd name="connsiteX1" fmla="*/ 110554 w 760060"/>
                  <a:gd name="connsiteY1" fmla="*/ 341336 h 697873"/>
                  <a:gd name="connsiteX2" fmla="*/ 228709 w 760060"/>
                  <a:gd name="connsiteY2" fmla="*/ 18656 h 697873"/>
                  <a:gd name="connsiteX3" fmla="*/ 237000 w 760060"/>
                  <a:gd name="connsiteY3" fmla="*/ 0 h 697873"/>
                  <a:gd name="connsiteX4" fmla="*/ 378648 w 760060"/>
                  <a:gd name="connsiteY4" fmla="*/ 1382 h 697873"/>
                  <a:gd name="connsiteX5" fmla="*/ 520296 w 760060"/>
                  <a:gd name="connsiteY5" fmla="*/ 3455 h 697873"/>
                  <a:gd name="connsiteX6" fmla="*/ 640523 w 760060"/>
                  <a:gd name="connsiteY6" fmla="*/ 331663 h 697873"/>
                  <a:gd name="connsiteX7" fmla="*/ 760060 w 760060"/>
                  <a:gd name="connsiteY7" fmla="*/ 678526 h 697873"/>
                  <a:gd name="connsiteX8" fmla="*/ 760060 w 760060"/>
                  <a:gd name="connsiteY8" fmla="*/ 697873 h 697873"/>
                  <a:gd name="connsiteX9" fmla="*/ 627395 w 760060"/>
                  <a:gd name="connsiteY9" fmla="*/ 696492 h 697873"/>
                  <a:gd name="connsiteX10" fmla="*/ 494730 w 760060"/>
                  <a:gd name="connsiteY10" fmla="*/ 694419 h 697873"/>
                  <a:gd name="connsiteX11" fmla="*/ 481602 w 760060"/>
                  <a:gd name="connsiteY11" fmla="*/ 651579 h 697873"/>
                  <a:gd name="connsiteX12" fmla="*/ 468473 w 760060"/>
                  <a:gd name="connsiteY12" fmla="*/ 608048 h 697873"/>
                  <a:gd name="connsiteX13" fmla="*/ 373120 w 760060"/>
                  <a:gd name="connsiteY13" fmla="*/ 608048 h 697873"/>
                  <a:gd name="connsiteX14" fmla="*/ 277768 w 760060"/>
                  <a:gd name="connsiteY14" fmla="*/ 608048 h 697873"/>
                  <a:gd name="connsiteX15" fmla="*/ 265330 w 760060"/>
                  <a:gd name="connsiteY15" fmla="*/ 652961 h 697873"/>
                  <a:gd name="connsiteX16" fmla="*/ 252202 w 760060"/>
                  <a:gd name="connsiteY16" fmla="*/ 697873 h 697873"/>
                  <a:gd name="connsiteX17" fmla="*/ 126446 w 760060"/>
                  <a:gd name="connsiteY17" fmla="*/ 697873 h 697873"/>
                  <a:gd name="connsiteX18" fmla="*/ 0 w 760060"/>
                  <a:gd name="connsiteY18" fmla="*/ 697873 h 697873"/>
                  <a:gd name="connsiteX19" fmla="*/ 0 w 760060"/>
                  <a:gd name="connsiteY19" fmla="*/ 671616 h 697873"/>
                  <a:gd name="connsiteX20" fmla="*/ 407669 w 760060"/>
                  <a:gd name="connsiteY20" fmla="*/ 410433 h 697873"/>
                  <a:gd name="connsiteX21" fmla="*/ 373120 w 760060"/>
                  <a:gd name="connsiteY21" fmla="*/ 301951 h 697873"/>
                  <a:gd name="connsiteX22" fmla="*/ 338572 w 760060"/>
                  <a:gd name="connsiteY22" fmla="*/ 410433 h 697873"/>
                  <a:gd name="connsiteX23" fmla="*/ 373120 w 760060"/>
                  <a:gd name="connsiteY23" fmla="*/ 414578 h 697873"/>
                  <a:gd name="connsiteX24" fmla="*/ 407669 w 760060"/>
                  <a:gd name="connsiteY24" fmla="*/ 410433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60060" h="697873">
                    <a:moveTo>
                      <a:pt x="0" y="671616"/>
                    </a:moveTo>
                    <a:cubicBezTo>
                      <a:pt x="0" y="655034"/>
                      <a:pt x="40076" y="534806"/>
                      <a:pt x="110554" y="341336"/>
                    </a:cubicBezTo>
                    <a:cubicBezTo>
                      <a:pt x="171359" y="174814"/>
                      <a:pt x="224563" y="29711"/>
                      <a:pt x="228709" y="18656"/>
                    </a:cubicBezTo>
                    <a:lnTo>
                      <a:pt x="237000" y="0"/>
                    </a:lnTo>
                    <a:lnTo>
                      <a:pt x="378648" y="1382"/>
                    </a:lnTo>
                    <a:lnTo>
                      <a:pt x="520296" y="3455"/>
                    </a:lnTo>
                    <a:lnTo>
                      <a:pt x="640523" y="331663"/>
                    </a:lnTo>
                    <a:cubicBezTo>
                      <a:pt x="706165" y="512004"/>
                      <a:pt x="760060" y="668162"/>
                      <a:pt x="760060" y="678526"/>
                    </a:cubicBezTo>
                    <a:lnTo>
                      <a:pt x="760060" y="697873"/>
                    </a:lnTo>
                    <a:lnTo>
                      <a:pt x="627395" y="696492"/>
                    </a:lnTo>
                    <a:lnTo>
                      <a:pt x="494730" y="694419"/>
                    </a:lnTo>
                    <a:lnTo>
                      <a:pt x="481602" y="651579"/>
                    </a:lnTo>
                    <a:lnTo>
                      <a:pt x="468473" y="608048"/>
                    </a:lnTo>
                    <a:lnTo>
                      <a:pt x="373120" y="608048"/>
                    </a:lnTo>
                    <a:lnTo>
                      <a:pt x="277768" y="608048"/>
                    </a:lnTo>
                    <a:lnTo>
                      <a:pt x="265330" y="652961"/>
                    </a:lnTo>
                    <a:lnTo>
                      <a:pt x="252202" y="697873"/>
                    </a:lnTo>
                    <a:lnTo>
                      <a:pt x="126446" y="697873"/>
                    </a:lnTo>
                    <a:lnTo>
                      <a:pt x="0" y="697873"/>
                    </a:lnTo>
                    <a:lnTo>
                      <a:pt x="0" y="671616"/>
                    </a:lnTo>
                    <a:close/>
                    <a:moveTo>
                      <a:pt x="407669" y="410433"/>
                    </a:moveTo>
                    <a:cubicBezTo>
                      <a:pt x="407669" y="393849"/>
                      <a:pt x="376575" y="297805"/>
                      <a:pt x="373120" y="301951"/>
                    </a:cubicBezTo>
                    <a:cubicBezTo>
                      <a:pt x="368284" y="306788"/>
                      <a:pt x="338572" y="401450"/>
                      <a:pt x="338572" y="410433"/>
                    </a:cubicBezTo>
                    <a:cubicBezTo>
                      <a:pt x="338572" y="412505"/>
                      <a:pt x="354464" y="414578"/>
                      <a:pt x="373120" y="414578"/>
                    </a:cubicBezTo>
                    <a:cubicBezTo>
                      <a:pt x="392467" y="414578"/>
                      <a:pt x="407669" y="412505"/>
                      <a:pt x="407669" y="410433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xmlns="" id="{3CB0FA8E-6656-6DF7-AC3E-92919644A28D}"/>
                  </a:ext>
                </a:extLst>
              </p:cNvPr>
              <p:cNvSpPr/>
              <p:nvPr/>
            </p:nvSpPr>
            <p:spPr>
              <a:xfrm>
                <a:off x="7918973" y="6881998"/>
                <a:ext cx="684744" cy="697873"/>
              </a:xfrm>
              <a:custGeom>
                <a:avLst/>
                <a:gdLst>
                  <a:gd name="connsiteX0" fmla="*/ 214199 w 684744"/>
                  <a:gd name="connsiteY0" fmla="*/ 452581 h 697873"/>
                  <a:gd name="connsiteX1" fmla="*/ 214199 w 684744"/>
                  <a:gd name="connsiteY1" fmla="*/ 207289 h 697873"/>
                  <a:gd name="connsiteX2" fmla="*/ 107099 w 684744"/>
                  <a:gd name="connsiteY2" fmla="*/ 207289 h 697873"/>
                  <a:gd name="connsiteX3" fmla="*/ 0 w 684744"/>
                  <a:gd name="connsiteY3" fmla="*/ 207289 h 697873"/>
                  <a:gd name="connsiteX4" fmla="*/ 0 w 684744"/>
                  <a:gd name="connsiteY4" fmla="*/ 103645 h 697873"/>
                  <a:gd name="connsiteX5" fmla="*/ 0 w 684744"/>
                  <a:gd name="connsiteY5" fmla="*/ 0 h 697873"/>
                  <a:gd name="connsiteX6" fmla="*/ 340645 w 684744"/>
                  <a:gd name="connsiteY6" fmla="*/ 1382 h 697873"/>
                  <a:gd name="connsiteX7" fmla="*/ 680599 w 684744"/>
                  <a:gd name="connsiteY7" fmla="*/ 3455 h 697873"/>
                  <a:gd name="connsiteX8" fmla="*/ 682672 w 684744"/>
                  <a:gd name="connsiteY8" fmla="*/ 105717 h 697873"/>
                  <a:gd name="connsiteX9" fmla="*/ 684745 w 684744"/>
                  <a:gd name="connsiteY9" fmla="*/ 207289 h 697873"/>
                  <a:gd name="connsiteX10" fmla="*/ 576955 w 684744"/>
                  <a:gd name="connsiteY10" fmla="*/ 207289 h 697873"/>
                  <a:gd name="connsiteX11" fmla="*/ 469855 w 684744"/>
                  <a:gd name="connsiteY11" fmla="*/ 207289 h 697873"/>
                  <a:gd name="connsiteX12" fmla="*/ 469855 w 684744"/>
                  <a:gd name="connsiteY12" fmla="*/ 452581 h 697873"/>
                  <a:gd name="connsiteX13" fmla="*/ 469855 w 684744"/>
                  <a:gd name="connsiteY13" fmla="*/ 697873 h 697873"/>
                  <a:gd name="connsiteX14" fmla="*/ 342027 w 684744"/>
                  <a:gd name="connsiteY14" fmla="*/ 697873 h 697873"/>
                  <a:gd name="connsiteX15" fmla="*/ 214199 w 684744"/>
                  <a:gd name="connsiteY15" fmla="*/ 697873 h 697873"/>
                  <a:gd name="connsiteX16" fmla="*/ 214199 w 684744"/>
                  <a:gd name="connsiteY16" fmla="*/ 452581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84744" h="697873">
                    <a:moveTo>
                      <a:pt x="214199" y="452581"/>
                    </a:moveTo>
                    <a:lnTo>
                      <a:pt x="214199" y="207289"/>
                    </a:lnTo>
                    <a:lnTo>
                      <a:pt x="107099" y="207289"/>
                    </a:lnTo>
                    <a:lnTo>
                      <a:pt x="0" y="207289"/>
                    </a:lnTo>
                    <a:lnTo>
                      <a:pt x="0" y="103645"/>
                    </a:lnTo>
                    <a:lnTo>
                      <a:pt x="0" y="0"/>
                    </a:lnTo>
                    <a:lnTo>
                      <a:pt x="340645" y="1382"/>
                    </a:lnTo>
                    <a:lnTo>
                      <a:pt x="680599" y="3455"/>
                    </a:lnTo>
                    <a:lnTo>
                      <a:pt x="682672" y="105717"/>
                    </a:lnTo>
                    <a:lnTo>
                      <a:pt x="684745" y="207289"/>
                    </a:lnTo>
                    <a:lnTo>
                      <a:pt x="576955" y="207289"/>
                    </a:lnTo>
                    <a:lnTo>
                      <a:pt x="469855" y="207289"/>
                    </a:lnTo>
                    <a:lnTo>
                      <a:pt x="469855" y="452581"/>
                    </a:lnTo>
                    <a:lnTo>
                      <a:pt x="469855" y="697873"/>
                    </a:lnTo>
                    <a:lnTo>
                      <a:pt x="342027" y="697873"/>
                    </a:lnTo>
                    <a:lnTo>
                      <a:pt x="214199" y="697873"/>
                    </a:lnTo>
                    <a:lnTo>
                      <a:pt x="214199" y="452581"/>
                    </a:ln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xmlns="" id="{70038B94-9919-6B1C-D993-30AC3A2EC844}"/>
                  </a:ext>
                </a:extLst>
              </p:cNvPr>
              <p:cNvSpPr/>
              <p:nvPr/>
            </p:nvSpPr>
            <p:spPr>
              <a:xfrm>
                <a:off x="8761949" y="6881998"/>
                <a:ext cx="690963" cy="697873"/>
              </a:xfrm>
              <a:custGeom>
                <a:avLst/>
                <a:gdLst>
                  <a:gd name="connsiteX0" fmla="*/ 0 w 690963"/>
                  <a:gd name="connsiteY0" fmla="*/ 348937 h 697873"/>
                  <a:gd name="connsiteX1" fmla="*/ 0 w 690963"/>
                  <a:gd name="connsiteY1" fmla="*/ 0 h 697873"/>
                  <a:gd name="connsiteX2" fmla="*/ 124373 w 690963"/>
                  <a:gd name="connsiteY2" fmla="*/ 0 h 697873"/>
                  <a:gd name="connsiteX3" fmla="*/ 248747 w 690963"/>
                  <a:gd name="connsiteY3" fmla="*/ 0 h 697873"/>
                  <a:gd name="connsiteX4" fmla="*/ 248747 w 690963"/>
                  <a:gd name="connsiteY4" fmla="*/ 120919 h 697873"/>
                  <a:gd name="connsiteX5" fmla="*/ 248747 w 690963"/>
                  <a:gd name="connsiteY5" fmla="*/ 241837 h 697873"/>
                  <a:gd name="connsiteX6" fmla="*/ 345482 w 690963"/>
                  <a:gd name="connsiteY6" fmla="*/ 241837 h 697873"/>
                  <a:gd name="connsiteX7" fmla="*/ 442217 w 690963"/>
                  <a:gd name="connsiteY7" fmla="*/ 241837 h 697873"/>
                  <a:gd name="connsiteX8" fmla="*/ 442217 w 690963"/>
                  <a:gd name="connsiteY8" fmla="*/ 120919 h 697873"/>
                  <a:gd name="connsiteX9" fmla="*/ 442217 w 690963"/>
                  <a:gd name="connsiteY9" fmla="*/ 0 h 697873"/>
                  <a:gd name="connsiteX10" fmla="*/ 566590 w 690963"/>
                  <a:gd name="connsiteY10" fmla="*/ 0 h 697873"/>
                  <a:gd name="connsiteX11" fmla="*/ 690964 w 690963"/>
                  <a:gd name="connsiteY11" fmla="*/ 0 h 697873"/>
                  <a:gd name="connsiteX12" fmla="*/ 690964 w 690963"/>
                  <a:gd name="connsiteY12" fmla="*/ 348937 h 697873"/>
                  <a:gd name="connsiteX13" fmla="*/ 690964 w 690963"/>
                  <a:gd name="connsiteY13" fmla="*/ 697873 h 697873"/>
                  <a:gd name="connsiteX14" fmla="*/ 566590 w 690963"/>
                  <a:gd name="connsiteY14" fmla="*/ 697873 h 697873"/>
                  <a:gd name="connsiteX15" fmla="*/ 442217 w 690963"/>
                  <a:gd name="connsiteY15" fmla="*/ 697873 h 697873"/>
                  <a:gd name="connsiteX16" fmla="*/ 442217 w 690963"/>
                  <a:gd name="connsiteY16" fmla="*/ 573500 h 697873"/>
                  <a:gd name="connsiteX17" fmla="*/ 442217 w 690963"/>
                  <a:gd name="connsiteY17" fmla="*/ 449126 h 697873"/>
                  <a:gd name="connsiteX18" fmla="*/ 345482 w 690963"/>
                  <a:gd name="connsiteY18" fmla="*/ 449126 h 697873"/>
                  <a:gd name="connsiteX19" fmla="*/ 248747 w 690963"/>
                  <a:gd name="connsiteY19" fmla="*/ 449126 h 697873"/>
                  <a:gd name="connsiteX20" fmla="*/ 248747 w 690963"/>
                  <a:gd name="connsiteY20" fmla="*/ 573500 h 697873"/>
                  <a:gd name="connsiteX21" fmla="*/ 248747 w 690963"/>
                  <a:gd name="connsiteY21" fmla="*/ 697873 h 697873"/>
                  <a:gd name="connsiteX22" fmla="*/ 124373 w 690963"/>
                  <a:gd name="connsiteY22" fmla="*/ 697873 h 697873"/>
                  <a:gd name="connsiteX23" fmla="*/ 0 w 690963"/>
                  <a:gd name="connsiteY23" fmla="*/ 697873 h 697873"/>
                  <a:gd name="connsiteX24" fmla="*/ 0 w 690963"/>
                  <a:gd name="connsiteY24" fmla="*/ 348937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90963" h="697873">
                    <a:moveTo>
                      <a:pt x="0" y="348937"/>
                    </a:moveTo>
                    <a:lnTo>
                      <a:pt x="0" y="0"/>
                    </a:lnTo>
                    <a:lnTo>
                      <a:pt x="124373" y="0"/>
                    </a:lnTo>
                    <a:lnTo>
                      <a:pt x="248747" y="0"/>
                    </a:lnTo>
                    <a:lnTo>
                      <a:pt x="248747" y="120919"/>
                    </a:lnTo>
                    <a:lnTo>
                      <a:pt x="248747" y="241837"/>
                    </a:lnTo>
                    <a:lnTo>
                      <a:pt x="345482" y="241837"/>
                    </a:lnTo>
                    <a:lnTo>
                      <a:pt x="442217" y="241837"/>
                    </a:lnTo>
                    <a:lnTo>
                      <a:pt x="442217" y="120919"/>
                    </a:lnTo>
                    <a:lnTo>
                      <a:pt x="442217" y="0"/>
                    </a:lnTo>
                    <a:lnTo>
                      <a:pt x="566590" y="0"/>
                    </a:lnTo>
                    <a:lnTo>
                      <a:pt x="690964" y="0"/>
                    </a:lnTo>
                    <a:lnTo>
                      <a:pt x="690964" y="348937"/>
                    </a:lnTo>
                    <a:lnTo>
                      <a:pt x="690964" y="697873"/>
                    </a:lnTo>
                    <a:lnTo>
                      <a:pt x="566590" y="697873"/>
                    </a:lnTo>
                    <a:lnTo>
                      <a:pt x="442217" y="697873"/>
                    </a:lnTo>
                    <a:lnTo>
                      <a:pt x="442217" y="573500"/>
                    </a:lnTo>
                    <a:lnTo>
                      <a:pt x="442217" y="449126"/>
                    </a:lnTo>
                    <a:lnTo>
                      <a:pt x="345482" y="449126"/>
                    </a:lnTo>
                    <a:lnTo>
                      <a:pt x="248747" y="449126"/>
                    </a:lnTo>
                    <a:lnTo>
                      <a:pt x="248747" y="573500"/>
                    </a:lnTo>
                    <a:lnTo>
                      <a:pt x="248747" y="697873"/>
                    </a:lnTo>
                    <a:lnTo>
                      <a:pt x="124373" y="697873"/>
                    </a:lnTo>
                    <a:lnTo>
                      <a:pt x="0" y="697873"/>
                    </a:lnTo>
                    <a:lnTo>
                      <a:pt x="0" y="348937"/>
                    </a:ln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xmlns="" id="{5E3CFB3C-DAF2-59EE-B5FC-59ECED49F78E}"/>
                  </a:ext>
                </a:extLst>
              </p:cNvPr>
              <p:cNvSpPr/>
              <p:nvPr/>
            </p:nvSpPr>
            <p:spPr>
              <a:xfrm>
                <a:off x="9667111" y="6881998"/>
                <a:ext cx="248746" cy="697873"/>
              </a:xfrm>
              <a:custGeom>
                <a:avLst/>
                <a:gdLst>
                  <a:gd name="connsiteX0" fmla="*/ 0 w 248746"/>
                  <a:gd name="connsiteY0" fmla="*/ 348937 h 697873"/>
                  <a:gd name="connsiteX1" fmla="*/ 0 w 248746"/>
                  <a:gd name="connsiteY1" fmla="*/ 0 h 697873"/>
                  <a:gd name="connsiteX2" fmla="*/ 124373 w 248746"/>
                  <a:gd name="connsiteY2" fmla="*/ 0 h 697873"/>
                  <a:gd name="connsiteX3" fmla="*/ 248747 w 248746"/>
                  <a:gd name="connsiteY3" fmla="*/ 0 h 697873"/>
                  <a:gd name="connsiteX4" fmla="*/ 248747 w 248746"/>
                  <a:gd name="connsiteY4" fmla="*/ 348937 h 697873"/>
                  <a:gd name="connsiteX5" fmla="*/ 248747 w 248746"/>
                  <a:gd name="connsiteY5" fmla="*/ 697873 h 697873"/>
                  <a:gd name="connsiteX6" fmla="*/ 124373 w 248746"/>
                  <a:gd name="connsiteY6" fmla="*/ 697873 h 697873"/>
                  <a:gd name="connsiteX7" fmla="*/ 0 w 248746"/>
                  <a:gd name="connsiteY7" fmla="*/ 697873 h 697873"/>
                  <a:gd name="connsiteX8" fmla="*/ 0 w 248746"/>
                  <a:gd name="connsiteY8" fmla="*/ 348937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746" h="697873">
                    <a:moveTo>
                      <a:pt x="0" y="348937"/>
                    </a:moveTo>
                    <a:lnTo>
                      <a:pt x="0" y="0"/>
                    </a:lnTo>
                    <a:lnTo>
                      <a:pt x="124373" y="0"/>
                    </a:lnTo>
                    <a:lnTo>
                      <a:pt x="248747" y="0"/>
                    </a:lnTo>
                    <a:lnTo>
                      <a:pt x="248747" y="348937"/>
                    </a:lnTo>
                    <a:lnTo>
                      <a:pt x="248747" y="697873"/>
                    </a:lnTo>
                    <a:lnTo>
                      <a:pt x="124373" y="697873"/>
                    </a:lnTo>
                    <a:lnTo>
                      <a:pt x="0" y="697873"/>
                    </a:lnTo>
                    <a:lnTo>
                      <a:pt x="0" y="348937"/>
                    </a:ln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xmlns="" id="{41EC17B5-5325-5FDA-B950-CF298BD9ADCF}"/>
                  </a:ext>
                </a:extLst>
              </p:cNvPr>
              <p:cNvSpPr/>
              <p:nvPr/>
            </p:nvSpPr>
            <p:spPr>
              <a:xfrm>
                <a:off x="10130057" y="6881307"/>
                <a:ext cx="670234" cy="698564"/>
              </a:xfrm>
              <a:custGeom>
                <a:avLst/>
                <a:gdLst>
                  <a:gd name="connsiteX0" fmla="*/ 0 w 670234"/>
                  <a:gd name="connsiteY0" fmla="*/ 348937 h 698564"/>
                  <a:gd name="connsiteX1" fmla="*/ 0 w 670234"/>
                  <a:gd name="connsiteY1" fmla="*/ 0 h 698564"/>
                  <a:gd name="connsiteX2" fmla="*/ 261184 w 670234"/>
                  <a:gd name="connsiteY2" fmla="*/ 2073 h 698564"/>
                  <a:gd name="connsiteX3" fmla="*/ 557607 w 670234"/>
                  <a:gd name="connsiteY3" fmla="*/ 20729 h 698564"/>
                  <a:gd name="connsiteX4" fmla="*/ 650197 w 670234"/>
                  <a:gd name="connsiteY4" fmla="*/ 119537 h 698564"/>
                  <a:gd name="connsiteX5" fmla="*/ 637068 w 670234"/>
                  <a:gd name="connsiteY5" fmla="*/ 288822 h 698564"/>
                  <a:gd name="connsiteX6" fmla="*/ 608048 w 670234"/>
                  <a:gd name="connsiteY6" fmla="*/ 325444 h 698564"/>
                  <a:gd name="connsiteX7" fmla="*/ 619794 w 670234"/>
                  <a:gd name="connsiteY7" fmla="*/ 355156 h 698564"/>
                  <a:gd name="connsiteX8" fmla="*/ 670235 w 670234"/>
                  <a:gd name="connsiteY8" fmla="*/ 498185 h 698564"/>
                  <a:gd name="connsiteX9" fmla="*/ 607357 w 670234"/>
                  <a:gd name="connsiteY9" fmla="*/ 657106 h 698564"/>
                  <a:gd name="connsiteX10" fmla="*/ 254275 w 670234"/>
                  <a:gd name="connsiteY10" fmla="*/ 698564 h 698564"/>
                  <a:gd name="connsiteX11" fmla="*/ 0 w 670234"/>
                  <a:gd name="connsiteY11" fmla="*/ 698564 h 698564"/>
                  <a:gd name="connsiteX12" fmla="*/ 0 w 670234"/>
                  <a:gd name="connsiteY12" fmla="*/ 348937 h 698564"/>
                  <a:gd name="connsiteX13" fmla="*/ 399377 w 670234"/>
                  <a:gd name="connsiteY13" fmla="*/ 494039 h 698564"/>
                  <a:gd name="connsiteX14" fmla="*/ 402832 w 670234"/>
                  <a:gd name="connsiteY14" fmla="*/ 448436 h 698564"/>
                  <a:gd name="connsiteX15" fmla="*/ 319916 w 670234"/>
                  <a:gd name="connsiteY15" fmla="*/ 435998 h 698564"/>
                  <a:gd name="connsiteX16" fmla="*/ 248747 w 670234"/>
                  <a:gd name="connsiteY16" fmla="*/ 435998 h 698564"/>
                  <a:gd name="connsiteX17" fmla="*/ 248747 w 670234"/>
                  <a:gd name="connsiteY17" fmla="*/ 470546 h 698564"/>
                  <a:gd name="connsiteX18" fmla="*/ 248747 w 670234"/>
                  <a:gd name="connsiteY18" fmla="*/ 505094 h 698564"/>
                  <a:gd name="connsiteX19" fmla="*/ 316461 w 670234"/>
                  <a:gd name="connsiteY19" fmla="*/ 505094 h 698564"/>
                  <a:gd name="connsiteX20" fmla="*/ 399377 w 670234"/>
                  <a:gd name="connsiteY20" fmla="*/ 494039 h 698564"/>
                  <a:gd name="connsiteX21" fmla="*/ 386940 w 670234"/>
                  <a:gd name="connsiteY21" fmla="*/ 242528 h 698564"/>
                  <a:gd name="connsiteX22" fmla="*/ 385558 w 670234"/>
                  <a:gd name="connsiteY22" fmla="*/ 201070 h 698564"/>
                  <a:gd name="connsiteX23" fmla="*/ 309552 w 670234"/>
                  <a:gd name="connsiteY23" fmla="*/ 187251 h 698564"/>
                  <a:gd name="connsiteX24" fmla="*/ 248747 w 670234"/>
                  <a:gd name="connsiteY24" fmla="*/ 187251 h 698564"/>
                  <a:gd name="connsiteX25" fmla="*/ 248747 w 670234"/>
                  <a:gd name="connsiteY25" fmla="*/ 221799 h 698564"/>
                  <a:gd name="connsiteX26" fmla="*/ 248747 w 670234"/>
                  <a:gd name="connsiteY26" fmla="*/ 256347 h 698564"/>
                  <a:gd name="connsiteX27" fmla="*/ 310934 w 670234"/>
                  <a:gd name="connsiteY27" fmla="*/ 256347 h 698564"/>
                  <a:gd name="connsiteX28" fmla="*/ 386940 w 670234"/>
                  <a:gd name="connsiteY28" fmla="*/ 242528 h 698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70234" h="698564">
                    <a:moveTo>
                      <a:pt x="0" y="348937"/>
                    </a:moveTo>
                    <a:lnTo>
                      <a:pt x="0" y="0"/>
                    </a:lnTo>
                    <a:lnTo>
                      <a:pt x="261184" y="2073"/>
                    </a:lnTo>
                    <a:cubicBezTo>
                      <a:pt x="518223" y="4146"/>
                      <a:pt x="522368" y="4146"/>
                      <a:pt x="557607" y="20729"/>
                    </a:cubicBezTo>
                    <a:cubicBezTo>
                      <a:pt x="602520" y="40767"/>
                      <a:pt x="639141" y="80152"/>
                      <a:pt x="650197" y="119537"/>
                    </a:cubicBezTo>
                    <a:cubicBezTo>
                      <a:pt x="661944" y="164449"/>
                      <a:pt x="655034" y="253583"/>
                      <a:pt x="637068" y="288822"/>
                    </a:cubicBezTo>
                    <a:cubicBezTo>
                      <a:pt x="628777" y="304715"/>
                      <a:pt x="615649" y="321298"/>
                      <a:pt x="608048" y="325444"/>
                    </a:cubicBezTo>
                    <a:cubicBezTo>
                      <a:pt x="594920" y="332353"/>
                      <a:pt x="595610" y="333735"/>
                      <a:pt x="619794" y="355156"/>
                    </a:cubicBezTo>
                    <a:cubicBezTo>
                      <a:pt x="658489" y="389012"/>
                      <a:pt x="670235" y="421488"/>
                      <a:pt x="670235" y="498185"/>
                    </a:cubicBezTo>
                    <a:cubicBezTo>
                      <a:pt x="670235" y="579719"/>
                      <a:pt x="652961" y="623940"/>
                      <a:pt x="607357" y="657106"/>
                    </a:cubicBezTo>
                    <a:cubicBezTo>
                      <a:pt x="552771" y="696491"/>
                      <a:pt x="534806" y="698564"/>
                      <a:pt x="254275" y="698564"/>
                    </a:cubicBezTo>
                    <a:lnTo>
                      <a:pt x="0" y="698564"/>
                    </a:lnTo>
                    <a:lnTo>
                      <a:pt x="0" y="348937"/>
                    </a:lnTo>
                    <a:close/>
                    <a:moveTo>
                      <a:pt x="399377" y="494039"/>
                    </a:moveTo>
                    <a:cubicBezTo>
                      <a:pt x="417342" y="481601"/>
                      <a:pt x="418724" y="465710"/>
                      <a:pt x="402832" y="448436"/>
                    </a:cubicBezTo>
                    <a:cubicBezTo>
                      <a:pt x="393159" y="438071"/>
                      <a:pt x="380721" y="435998"/>
                      <a:pt x="319916" y="435998"/>
                    </a:cubicBezTo>
                    <a:lnTo>
                      <a:pt x="248747" y="435998"/>
                    </a:lnTo>
                    <a:lnTo>
                      <a:pt x="248747" y="470546"/>
                    </a:lnTo>
                    <a:lnTo>
                      <a:pt x="248747" y="505094"/>
                    </a:lnTo>
                    <a:lnTo>
                      <a:pt x="316461" y="505094"/>
                    </a:lnTo>
                    <a:cubicBezTo>
                      <a:pt x="366211" y="505094"/>
                      <a:pt x="387630" y="502330"/>
                      <a:pt x="399377" y="494039"/>
                    </a:cubicBezTo>
                    <a:close/>
                    <a:moveTo>
                      <a:pt x="386940" y="242528"/>
                    </a:moveTo>
                    <a:cubicBezTo>
                      <a:pt x="404214" y="225254"/>
                      <a:pt x="404214" y="219035"/>
                      <a:pt x="385558" y="201070"/>
                    </a:cubicBezTo>
                    <a:cubicBezTo>
                      <a:pt x="373120" y="189324"/>
                      <a:pt x="361374" y="187251"/>
                      <a:pt x="309552" y="187251"/>
                    </a:cubicBezTo>
                    <a:lnTo>
                      <a:pt x="248747" y="187251"/>
                    </a:lnTo>
                    <a:lnTo>
                      <a:pt x="248747" y="221799"/>
                    </a:lnTo>
                    <a:lnTo>
                      <a:pt x="248747" y="256347"/>
                    </a:lnTo>
                    <a:lnTo>
                      <a:pt x="310934" y="256347"/>
                    </a:lnTo>
                    <a:cubicBezTo>
                      <a:pt x="364138" y="256347"/>
                      <a:pt x="375193" y="254274"/>
                      <a:pt x="386940" y="242528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xmlns="" id="{2462C5C4-674F-7045-E681-39182E34E5E1}"/>
                  </a:ext>
                </a:extLst>
              </p:cNvPr>
              <p:cNvSpPr/>
              <p:nvPr/>
            </p:nvSpPr>
            <p:spPr>
              <a:xfrm>
                <a:off x="10973032" y="6881998"/>
                <a:ext cx="690963" cy="697873"/>
              </a:xfrm>
              <a:custGeom>
                <a:avLst/>
                <a:gdLst>
                  <a:gd name="connsiteX0" fmla="*/ 0 w 690963"/>
                  <a:gd name="connsiteY0" fmla="*/ 348937 h 697873"/>
                  <a:gd name="connsiteX1" fmla="*/ 0 w 690963"/>
                  <a:gd name="connsiteY1" fmla="*/ 0 h 697873"/>
                  <a:gd name="connsiteX2" fmla="*/ 124373 w 690963"/>
                  <a:gd name="connsiteY2" fmla="*/ 0 h 697873"/>
                  <a:gd name="connsiteX3" fmla="*/ 248747 w 690963"/>
                  <a:gd name="connsiteY3" fmla="*/ 0 h 697873"/>
                  <a:gd name="connsiteX4" fmla="*/ 248747 w 690963"/>
                  <a:gd name="connsiteY4" fmla="*/ 120919 h 697873"/>
                  <a:gd name="connsiteX5" fmla="*/ 248747 w 690963"/>
                  <a:gd name="connsiteY5" fmla="*/ 241837 h 697873"/>
                  <a:gd name="connsiteX6" fmla="*/ 345482 w 690963"/>
                  <a:gd name="connsiteY6" fmla="*/ 241837 h 697873"/>
                  <a:gd name="connsiteX7" fmla="*/ 442217 w 690963"/>
                  <a:gd name="connsiteY7" fmla="*/ 241837 h 697873"/>
                  <a:gd name="connsiteX8" fmla="*/ 442217 w 690963"/>
                  <a:gd name="connsiteY8" fmla="*/ 120919 h 697873"/>
                  <a:gd name="connsiteX9" fmla="*/ 442217 w 690963"/>
                  <a:gd name="connsiteY9" fmla="*/ 0 h 697873"/>
                  <a:gd name="connsiteX10" fmla="*/ 566590 w 690963"/>
                  <a:gd name="connsiteY10" fmla="*/ 0 h 697873"/>
                  <a:gd name="connsiteX11" fmla="*/ 690964 w 690963"/>
                  <a:gd name="connsiteY11" fmla="*/ 0 h 697873"/>
                  <a:gd name="connsiteX12" fmla="*/ 690964 w 690963"/>
                  <a:gd name="connsiteY12" fmla="*/ 348937 h 697873"/>
                  <a:gd name="connsiteX13" fmla="*/ 690964 w 690963"/>
                  <a:gd name="connsiteY13" fmla="*/ 697873 h 697873"/>
                  <a:gd name="connsiteX14" fmla="*/ 566590 w 690963"/>
                  <a:gd name="connsiteY14" fmla="*/ 697873 h 697873"/>
                  <a:gd name="connsiteX15" fmla="*/ 442217 w 690963"/>
                  <a:gd name="connsiteY15" fmla="*/ 697873 h 697873"/>
                  <a:gd name="connsiteX16" fmla="*/ 442217 w 690963"/>
                  <a:gd name="connsiteY16" fmla="*/ 573500 h 697873"/>
                  <a:gd name="connsiteX17" fmla="*/ 442217 w 690963"/>
                  <a:gd name="connsiteY17" fmla="*/ 449126 h 697873"/>
                  <a:gd name="connsiteX18" fmla="*/ 345482 w 690963"/>
                  <a:gd name="connsiteY18" fmla="*/ 449126 h 697873"/>
                  <a:gd name="connsiteX19" fmla="*/ 248747 w 690963"/>
                  <a:gd name="connsiteY19" fmla="*/ 449126 h 697873"/>
                  <a:gd name="connsiteX20" fmla="*/ 248747 w 690963"/>
                  <a:gd name="connsiteY20" fmla="*/ 573500 h 697873"/>
                  <a:gd name="connsiteX21" fmla="*/ 248747 w 690963"/>
                  <a:gd name="connsiteY21" fmla="*/ 697873 h 697873"/>
                  <a:gd name="connsiteX22" fmla="*/ 124373 w 690963"/>
                  <a:gd name="connsiteY22" fmla="*/ 697873 h 697873"/>
                  <a:gd name="connsiteX23" fmla="*/ 0 w 690963"/>
                  <a:gd name="connsiteY23" fmla="*/ 697873 h 697873"/>
                  <a:gd name="connsiteX24" fmla="*/ 0 w 690963"/>
                  <a:gd name="connsiteY24" fmla="*/ 348937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90963" h="697873">
                    <a:moveTo>
                      <a:pt x="0" y="348937"/>
                    </a:moveTo>
                    <a:lnTo>
                      <a:pt x="0" y="0"/>
                    </a:lnTo>
                    <a:lnTo>
                      <a:pt x="124373" y="0"/>
                    </a:lnTo>
                    <a:lnTo>
                      <a:pt x="248747" y="0"/>
                    </a:lnTo>
                    <a:lnTo>
                      <a:pt x="248747" y="120919"/>
                    </a:lnTo>
                    <a:lnTo>
                      <a:pt x="248747" y="241837"/>
                    </a:lnTo>
                    <a:lnTo>
                      <a:pt x="345482" y="241837"/>
                    </a:lnTo>
                    <a:lnTo>
                      <a:pt x="442217" y="241837"/>
                    </a:lnTo>
                    <a:lnTo>
                      <a:pt x="442217" y="120919"/>
                    </a:lnTo>
                    <a:lnTo>
                      <a:pt x="442217" y="0"/>
                    </a:lnTo>
                    <a:lnTo>
                      <a:pt x="566590" y="0"/>
                    </a:lnTo>
                    <a:lnTo>
                      <a:pt x="690964" y="0"/>
                    </a:lnTo>
                    <a:lnTo>
                      <a:pt x="690964" y="348937"/>
                    </a:lnTo>
                    <a:lnTo>
                      <a:pt x="690964" y="697873"/>
                    </a:lnTo>
                    <a:lnTo>
                      <a:pt x="566590" y="697873"/>
                    </a:lnTo>
                    <a:lnTo>
                      <a:pt x="442217" y="697873"/>
                    </a:lnTo>
                    <a:lnTo>
                      <a:pt x="442217" y="573500"/>
                    </a:lnTo>
                    <a:lnTo>
                      <a:pt x="442217" y="449126"/>
                    </a:lnTo>
                    <a:lnTo>
                      <a:pt x="345482" y="449126"/>
                    </a:lnTo>
                    <a:lnTo>
                      <a:pt x="248747" y="449126"/>
                    </a:lnTo>
                    <a:lnTo>
                      <a:pt x="248747" y="573500"/>
                    </a:lnTo>
                    <a:lnTo>
                      <a:pt x="248747" y="697873"/>
                    </a:lnTo>
                    <a:lnTo>
                      <a:pt x="124373" y="697873"/>
                    </a:lnTo>
                    <a:lnTo>
                      <a:pt x="0" y="697873"/>
                    </a:lnTo>
                    <a:lnTo>
                      <a:pt x="0" y="348937"/>
                    </a:ln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xmlns="" id="{BE1C5206-5EB1-CAAE-5588-25A8372000DB}"/>
                  </a:ext>
                </a:extLst>
              </p:cNvPr>
              <p:cNvSpPr/>
              <p:nvPr/>
            </p:nvSpPr>
            <p:spPr>
              <a:xfrm>
                <a:off x="11809099" y="6881998"/>
                <a:ext cx="760060" cy="697873"/>
              </a:xfrm>
              <a:custGeom>
                <a:avLst/>
                <a:gdLst>
                  <a:gd name="connsiteX0" fmla="*/ 0 w 760060"/>
                  <a:gd name="connsiteY0" fmla="*/ 676454 h 697873"/>
                  <a:gd name="connsiteX1" fmla="*/ 231473 w 760060"/>
                  <a:gd name="connsiteY1" fmla="*/ 22802 h 697873"/>
                  <a:gd name="connsiteX2" fmla="*/ 241147 w 760060"/>
                  <a:gd name="connsiteY2" fmla="*/ 0 h 697873"/>
                  <a:gd name="connsiteX3" fmla="*/ 382103 w 760060"/>
                  <a:gd name="connsiteY3" fmla="*/ 0 h 697873"/>
                  <a:gd name="connsiteX4" fmla="*/ 523059 w 760060"/>
                  <a:gd name="connsiteY4" fmla="*/ 0 h 697873"/>
                  <a:gd name="connsiteX5" fmla="*/ 641905 w 760060"/>
                  <a:gd name="connsiteY5" fmla="*/ 326826 h 697873"/>
                  <a:gd name="connsiteX6" fmla="*/ 760060 w 760060"/>
                  <a:gd name="connsiteY6" fmla="*/ 675763 h 697873"/>
                  <a:gd name="connsiteX7" fmla="*/ 760060 w 760060"/>
                  <a:gd name="connsiteY7" fmla="*/ 697873 h 697873"/>
                  <a:gd name="connsiteX8" fmla="*/ 629468 w 760060"/>
                  <a:gd name="connsiteY8" fmla="*/ 697873 h 697873"/>
                  <a:gd name="connsiteX9" fmla="*/ 498875 w 760060"/>
                  <a:gd name="connsiteY9" fmla="*/ 697873 h 697873"/>
                  <a:gd name="connsiteX10" fmla="*/ 485748 w 760060"/>
                  <a:gd name="connsiteY10" fmla="*/ 655034 h 697873"/>
                  <a:gd name="connsiteX11" fmla="*/ 472619 w 760060"/>
                  <a:gd name="connsiteY11" fmla="*/ 611503 h 697873"/>
                  <a:gd name="connsiteX12" fmla="*/ 376575 w 760060"/>
                  <a:gd name="connsiteY12" fmla="*/ 611503 h 697873"/>
                  <a:gd name="connsiteX13" fmla="*/ 280531 w 760060"/>
                  <a:gd name="connsiteY13" fmla="*/ 611503 h 697873"/>
                  <a:gd name="connsiteX14" fmla="*/ 268094 w 760060"/>
                  <a:gd name="connsiteY14" fmla="*/ 655034 h 697873"/>
                  <a:gd name="connsiteX15" fmla="*/ 254966 w 760060"/>
                  <a:gd name="connsiteY15" fmla="*/ 697873 h 697873"/>
                  <a:gd name="connsiteX16" fmla="*/ 127828 w 760060"/>
                  <a:gd name="connsiteY16" fmla="*/ 697873 h 697873"/>
                  <a:gd name="connsiteX17" fmla="*/ 0 w 760060"/>
                  <a:gd name="connsiteY17" fmla="*/ 697873 h 697873"/>
                  <a:gd name="connsiteX18" fmla="*/ 0 w 760060"/>
                  <a:gd name="connsiteY18" fmla="*/ 676454 h 697873"/>
                  <a:gd name="connsiteX19" fmla="*/ 413887 w 760060"/>
                  <a:gd name="connsiteY19" fmla="*/ 409742 h 697873"/>
                  <a:gd name="connsiteX20" fmla="*/ 395231 w 760060"/>
                  <a:gd name="connsiteY20" fmla="*/ 346863 h 697873"/>
                  <a:gd name="connsiteX21" fmla="*/ 376575 w 760060"/>
                  <a:gd name="connsiteY21" fmla="*/ 289514 h 697873"/>
                  <a:gd name="connsiteX22" fmla="*/ 358610 w 760060"/>
                  <a:gd name="connsiteY22" fmla="*/ 351701 h 697873"/>
                  <a:gd name="connsiteX23" fmla="*/ 339954 w 760060"/>
                  <a:gd name="connsiteY23" fmla="*/ 414578 h 697873"/>
                  <a:gd name="connsiteX24" fmla="*/ 377266 w 760060"/>
                  <a:gd name="connsiteY24" fmla="*/ 414578 h 697873"/>
                  <a:gd name="connsiteX25" fmla="*/ 413887 w 760060"/>
                  <a:gd name="connsiteY25" fmla="*/ 409742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60060" h="697873">
                    <a:moveTo>
                      <a:pt x="0" y="676454"/>
                    </a:moveTo>
                    <a:cubicBezTo>
                      <a:pt x="0" y="659870"/>
                      <a:pt x="192088" y="118846"/>
                      <a:pt x="231473" y="22802"/>
                    </a:cubicBezTo>
                    <a:lnTo>
                      <a:pt x="241147" y="0"/>
                    </a:lnTo>
                    <a:lnTo>
                      <a:pt x="382103" y="0"/>
                    </a:lnTo>
                    <a:lnTo>
                      <a:pt x="523059" y="0"/>
                    </a:lnTo>
                    <a:lnTo>
                      <a:pt x="641905" y="326826"/>
                    </a:lnTo>
                    <a:cubicBezTo>
                      <a:pt x="706856" y="505785"/>
                      <a:pt x="760060" y="663325"/>
                      <a:pt x="760060" y="675763"/>
                    </a:cubicBezTo>
                    <a:lnTo>
                      <a:pt x="760060" y="697873"/>
                    </a:lnTo>
                    <a:lnTo>
                      <a:pt x="629468" y="697873"/>
                    </a:lnTo>
                    <a:lnTo>
                      <a:pt x="498875" y="697873"/>
                    </a:lnTo>
                    <a:lnTo>
                      <a:pt x="485748" y="655034"/>
                    </a:lnTo>
                    <a:lnTo>
                      <a:pt x="472619" y="611503"/>
                    </a:lnTo>
                    <a:lnTo>
                      <a:pt x="376575" y="611503"/>
                    </a:lnTo>
                    <a:lnTo>
                      <a:pt x="280531" y="611503"/>
                    </a:lnTo>
                    <a:lnTo>
                      <a:pt x="268094" y="655034"/>
                    </a:lnTo>
                    <a:lnTo>
                      <a:pt x="254966" y="697873"/>
                    </a:lnTo>
                    <a:lnTo>
                      <a:pt x="127828" y="697873"/>
                    </a:lnTo>
                    <a:lnTo>
                      <a:pt x="0" y="697873"/>
                    </a:lnTo>
                    <a:lnTo>
                      <a:pt x="0" y="676454"/>
                    </a:lnTo>
                    <a:close/>
                    <a:moveTo>
                      <a:pt x="413887" y="409742"/>
                    </a:moveTo>
                    <a:cubicBezTo>
                      <a:pt x="413887" y="406287"/>
                      <a:pt x="404905" y="378648"/>
                      <a:pt x="395231" y="346863"/>
                    </a:cubicBezTo>
                    <a:lnTo>
                      <a:pt x="376575" y="289514"/>
                    </a:lnTo>
                    <a:lnTo>
                      <a:pt x="358610" y="351701"/>
                    </a:lnTo>
                    <a:lnTo>
                      <a:pt x="339954" y="414578"/>
                    </a:lnTo>
                    <a:lnTo>
                      <a:pt x="377266" y="414578"/>
                    </a:lnTo>
                    <a:cubicBezTo>
                      <a:pt x="397995" y="414578"/>
                      <a:pt x="414578" y="412505"/>
                      <a:pt x="413887" y="409742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xmlns="" id="{BD5B1675-28FF-0B0F-5EEA-05020B717A1C}"/>
                  </a:ext>
                </a:extLst>
              </p:cNvPr>
              <p:cNvSpPr/>
              <p:nvPr/>
            </p:nvSpPr>
            <p:spPr>
              <a:xfrm>
                <a:off x="7735867" y="2702530"/>
                <a:ext cx="2898816" cy="3453956"/>
              </a:xfrm>
              <a:custGeom>
                <a:avLst/>
                <a:gdLst>
                  <a:gd name="connsiteX0" fmla="*/ 801518 w 2898816"/>
                  <a:gd name="connsiteY0" fmla="*/ 3447047 h 3453956"/>
                  <a:gd name="connsiteX1" fmla="*/ 398686 w 2898816"/>
                  <a:gd name="connsiteY1" fmla="*/ 3440137 h 3453956"/>
                  <a:gd name="connsiteX2" fmla="*/ 0 w 2898816"/>
                  <a:gd name="connsiteY2" fmla="*/ 3440137 h 3453956"/>
                  <a:gd name="connsiteX3" fmla="*/ 0 w 2898816"/>
                  <a:gd name="connsiteY3" fmla="*/ 1721019 h 3453956"/>
                  <a:gd name="connsiteX4" fmla="*/ 0 w 2898816"/>
                  <a:gd name="connsiteY4" fmla="*/ 2592 h 3453956"/>
                  <a:gd name="connsiteX5" fmla="*/ 856795 w 2898816"/>
                  <a:gd name="connsiteY5" fmla="*/ 520 h 3453956"/>
                  <a:gd name="connsiteX6" fmla="*/ 1996194 w 2898816"/>
                  <a:gd name="connsiteY6" fmla="*/ 23321 h 3453956"/>
                  <a:gd name="connsiteX7" fmla="*/ 2698213 w 2898816"/>
                  <a:gd name="connsiteY7" fmla="*/ 483503 h 3453956"/>
                  <a:gd name="connsiteX8" fmla="*/ 2888228 w 2898816"/>
                  <a:gd name="connsiteY8" fmla="*/ 970632 h 3453956"/>
                  <a:gd name="connsiteX9" fmla="*/ 2885464 w 2898816"/>
                  <a:gd name="connsiteY9" fmla="*/ 1415613 h 3453956"/>
                  <a:gd name="connsiteX10" fmla="*/ 2508198 w 2898816"/>
                  <a:gd name="connsiteY10" fmla="*/ 2096903 h 3453956"/>
                  <a:gd name="connsiteX11" fmla="*/ 1982375 w 2898816"/>
                  <a:gd name="connsiteY11" fmla="*/ 2320776 h 3453956"/>
                  <a:gd name="connsiteX12" fmla="*/ 1372254 w 2898816"/>
                  <a:gd name="connsiteY12" fmla="*/ 2338741 h 3453956"/>
                  <a:gd name="connsiteX13" fmla="*/ 1350834 w 2898816"/>
                  <a:gd name="connsiteY13" fmla="*/ 2168764 h 3453956"/>
                  <a:gd name="connsiteX14" fmla="*/ 1350834 w 2898816"/>
                  <a:gd name="connsiteY14" fmla="*/ 2023661 h 3453956"/>
                  <a:gd name="connsiteX15" fmla="*/ 1357053 w 2898816"/>
                  <a:gd name="connsiteY15" fmla="*/ 1941436 h 3453956"/>
                  <a:gd name="connsiteX16" fmla="*/ 1617546 w 2898816"/>
                  <a:gd name="connsiteY16" fmla="*/ 1935909 h 3453956"/>
                  <a:gd name="connsiteX17" fmla="*/ 1865602 w 2898816"/>
                  <a:gd name="connsiteY17" fmla="*/ 1936600 h 3453956"/>
                  <a:gd name="connsiteX18" fmla="*/ 1927789 w 2898816"/>
                  <a:gd name="connsiteY18" fmla="*/ 1917944 h 3453956"/>
                  <a:gd name="connsiteX19" fmla="*/ 2385207 w 2898816"/>
                  <a:gd name="connsiteY19" fmla="*/ 1567625 h 3453956"/>
                  <a:gd name="connsiteX20" fmla="*/ 2484015 w 2898816"/>
                  <a:gd name="connsiteY20" fmla="*/ 1168248 h 3453956"/>
                  <a:gd name="connsiteX21" fmla="*/ 2449467 w 2898816"/>
                  <a:gd name="connsiteY21" fmla="*/ 927102 h 3453956"/>
                  <a:gd name="connsiteX22" fmla="*/ 2343058 w 2898816"/>
                  <a:gd name="connsiteY22" fmla="*/ 719122 h 3453956"/>
                  <a:gd name="connsiteX23" fmla="*/ 1918806 w 2898816"/>
                  <a:gd name="connsiteY23" fmla="*/ 450337 h 3453956"/>
                  <a:gd name="connsiteX24" fmla="*/ 1844873 w 2898816"/>
                  <a:gd name="connsiteY24" fmla="*/ 432372 h 3453956"/>
                  <a:gd name="connsiteX25" fmla="*/ 1143545 w 2898816"/>
                  <a:gd name="connsiteY25" fmla="*/ 434445 h 3453956"/>
                  <a:gd name="connsiteX26" fmla="*/ 437380 w 2898816"/>
                  <a:gd name="connsiteY26" fmla="*/ 439282 h 3453956"/>
                  <a:gd name="connsiteX27" fmla="*/ 438071 w 2898816"/>
                  <a:gd name="connsiteY27" fmla="*/ 2934352 h 3453956"/>
                  <a:gd name="connsiteX28" fmla="*/ 438762 w 2898816"/>
                  <a:gd name="connsiteY28" fmla="*/ 3046288 h 3453956"/>
                  <a:gd name="connsiteX29" fmla="*/ 565208 w 2898816"/>
                  <a:gd name="connsiteY29" fmla="*/ 3046288 h 3453956"/>
                  <a:gd name="connsiteX30" fmla="*/ 690964 w 2898816"/>
                  <a:gd name="connsiteY30" fmla="*/ 3046288 h 3453956"/>
                  <a:gd name="connsiteX31" fmla="*/ 689582 w 2898816"/>
                  <a:gd name="connsiteY31" fmla="*/ 2971664 h 3453956"/>
                  <a:gd name="connsiteX32" fmla="*/ 683363 w 2898816"/>
                  <a:gd name="connsiteY32" fmla="*/ 748142 h 3453956"/>
                  <a:gd name="connsiteX33" fmla="*/ 782862 w 2898816"/>
                  <a:gd name="connsiteY33" fmla="*/ 752979 h 3453956"/>
                  <a:gd name="connsiteX34" fmla="*/ 925891 w 2898816"/>
                  <a:gd name="connsiteY34" fmla="*/ 829676 h 3453956"/>
                  <a:gd name="connsiteX35" fmla="*/ 1050265 w 2898816"/>
                  <a:gd name="connsiteY35" fmla="*/ 897390 h 3453956"/>
                  <a:gd name="connsiteX36" fmla="*/ 1216096 w 2898816"/>
                  <a:gd name="connsiteY36" fmla="*/ 983761 h 3453956"/>
                  <a:gd name="connsiteX37" fmla="*/ 1422003 w 2898816"/>
                  <a:gd name="connsiteY37" fmla="*/ 1091551 h 3453956"/>
                  <a:gd name="connsiteX38" fmla="*/ 1487645 w 2898816"/>
                  <a:gd name="connsiteY38" fmla="*/ 1125409 h 3453956"/>
                  <a:gd name="connsiteX39" fmla="*/ 1518738 w 2898816"/>
                  <a:gd name="connsiteY39" fmla="*/ 1142683 h 3453956"/>
                  <a:gd name="connsiteX40" fmla="*/ 1544304 w 2898816"/>
                  <a:gd name="connsiteY40" fmla="*/ 1188977 h 3453956"/>
                  <a:gd name="connsiteX41" fmla="*/ 1544304 w 2898816"/>
                  <a:gd name="connsiteY41" fmla="*/ 1217307 h 3453956"/>
                  <a:gd name="connsiteX42" fmla="*/ 1466225 w 2898816"/>
                  <a:gd name="connsiteY42" fmla="*/ 1213852 h 3453956"/>
                  <a:gd name="connsiteX43" fmla="*/ 1288647 w 2898816"/>
                  <a:gd name="connsiteY43" fmla="*/ 1170321 h 3453956"/>
                  <a:gd name="connsiteX44" fmla="*/ 1149073 w 2898816"/>
                  <a:gd name="connsiteY44" fmla="*/ 1110207 h 3453956"/>
                  <a:gd name="connsiteX45" fmla="*/ 1108997 w 2898816"/>
                  <a:gd name="connsiteY45" fmla="*/ 1090860 h 3453956"/>
                  <a:gd name="connsiteX46" fmla="*/ 1108997 w 2898816"/>
                  <a:gd name="connsiteY46" fmla="*/ 2265499 h 3453956"/>
                  <a:gd name="connsiteX47" fmla="*/ 1108997 w 2898816"/>
                  <a:gd name="connsiteY47" fmla="*/ 3440137 h 3453956"/>
                  <a:gd name="connsiteX48" fmla="*/ 994988 w 2898816"/>
                  <a:gd name="connsiteY48" fmla="*/ 3440137 h 3453956"/>
                  <a:gd name="connsiteX49" fmla="*/ 880979 w 2898816"/>
                  <a:gd name="connsiteY49" fmla="*/ 3447047 h 3453956"/>
                  <a:gd name="connsiteX50" fmla="*/ 843667 w 2898816"/>
                  <a:gd name="connsiteY50" fmla="*/ 3453956 h 3453956"/>
                  <a:gd name="connsiteX51" fmla="*/ 801518 w 2898816"/>
                  <a:gd name="connsiteY51" fmla="*/ 3447047 h 3453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2898816" h="3453956">
                    <a:moveTo>
                      <a:pt x="801518" y="3447047"/>
                    </a:moveTo>
                    <a:cubicBezTo>
                      <a:pt x="798754" y="3442901"/>
                      <a:pt x="657106" y="3440137"/>
                      <a:pt x="398686" y="3440137"/>
                    </a:cubicBezTo>
                    <a:lnTo>
                      <a:pt x="0" y="3440137"/>
                    </a:lnTo>
                    <a:lnTo>
                      <a:pt x="0" y="1721019"/>
                    </a:lnTo>
                    <a:lnTo>
                      <a:pt x="0" y="2592"/>
                    </a:lnTo>
                    <a:lnTo>
                      <a:pt x="856795" y="520"/>
                    </a:lnTo>
                    <a:cubicBezTo>
                      <a:pt x="1719809" y="-1553"/>
                      <a:pt x="1884949" y="1901"/>
                      <a:pt x="1996194" y="23321"/>
                    </a:cubicBezTo>
                    <a:cubicBezTo>
                      <a:pt x="2294000" y="80671"/>
                      <a:pt x="2533764" y="238211"/>
                      <a:pt x="2698213" y="483503"/>
                    </a:cubicBezTo>
                    <a:cubicBezTo>
                      <a:pt x="2803931" y="641734"/>
                      <a:pt x="2863354" y="794437"/>
                      <a:pt x="2888228" y="970632"/>
                    </a:cubicBezTo>
                    <a:cubicBezTo>
                      <a:pt x="2903430" y="1079805"/>
                      <a:pt x="2902048" y="1313351"/>
                      <a:pt x="2885464" y="1415613"/>
                    </a:cubicBezTo>
                    <a:cubicBezTo>
                      <a:pt x="2838479" y="1703745"/>
                      <a:pt x="2718252" y="1920708"/>
                      <a:pt x="2508198" y="2096903"/>
                    </a:cubicBezTo>
                    <a:cubicBezTo>
                      <a:pt x="2354114" y="2226805"/>
                      <a:pt x="2211775" y="2286918"/>
                      <a:pt x="1982375" y="2320776"/>
                    </a:cubicBezTo>
                    <a:cubicBezTo>
                      <a:pt x="1864220" y="2338741"/>
                      <a:pt x="1400584" y="2351869"/>
                      <a:pt x="1372254" y="2338741"/>
                    </a:cubicBezTo>
                    <a:cubicBezTo>
                      <a:pt x="1346689" y="2326995"/>
                      <a:pt x="1343925" y="2302120"/>
                      <a:pt x="1350834" y="2168764"/>
                    </a:cubicBezTo>
                    <a:cubicBezTo>
                      <a:pt x="1355671" y="2087921"/>
                      <a:pt x="1355671" y="2040245"/>
                      <a:pt x="1350834" y="2023661"/>
                    </a:cubicBezTo>
                    <a:cubicBezTo>
                      <a:pt x="1339779" y="1984276"/>
                      <a:pt x="1341852" y="1949037"/>
                      <a:pt x="1357053" y="1941436"/>
                    </a:cubicBezTo>
                    <a:cubicBezTo>
                      <a:pt x="1364653" y="1936600"/>
                      <a:pt x="1463461" y="1934527"/>
                      <a:pt x="1617546" y="1935909"/>
                    </a:cubicBezTo>
                    <a:lnTo>
                      <a:pt x="1865602" y="1936600"/>
                    </a:lnTo>
                    <a:lnTo>
                      <a:pt x="1927789" y="1917944"/>
                    </a:lnTo>
                    <a:cubicBezTo>
                      <a:pt x="2127478" y="1855757"/>
                      <a:pt x="2281562" y="1738293"/>
                      <a:pt x="2385207" y="1567625"/>
                    </a:cubicBezTo>
                    <a:cubicBezTo>
                      <a:pt x="2450849" y="1459835"/>
                      <a:pt x="2484015" y="1327170"/>
                      <a:pt x="2484015" y="1168248"/>
                    </a:cubicBezTo>
                    <a:cubicBezTo>
                      <a:pt x="2484015" y="1065295"/>
                      <a:pt x="2473650" y="993435"/>
                      <a:pt x="2449467" y="927102"/>
                    </a:cubicBezTo>
                    <a:cubicBezTo>
                      <a:pt x="2428047" y="869752"/>
                      <a:pt x="2378297" y="771635"/>
                      <a:pt x="2343058" y="719122"/>
                    </a:cubicBezTo>
                    <a:cubicBezTo>
                      <a:pt x="2261524" y="596130"/>
                      <a:pt x="2100530" y="494559"/>
                      <a:pt x="1918806" y="450337"/>
                    </a:cubicBezTo>
                    <a:lnTo>
                      <a:pt x="1844873" y="432372"/>
                    </a:lnTo>
                    <a:lnTo>
                      <a:pt x="1143545" y="434445"/>
                    </a:lnTo>
                    <a:cubicBezTo>
                      <a:pt x="757987" y="435136"/>
                      <a:pt x="440144" y="437209"/>
                      <a:pt x="437380" y="439282"/>
                    </a:cubicBezTo>
                    <a:cubicBezTo>
                      <a:pt x="433234" y="441354"/>
                      <a:pt x="433925" y="2165309"/>
                      <a:pt x="438071" y="2934352"/>
                    </a:cubicBezTo>
                    <a:lnTo>
                      <a:pt x="438762" y="3046288"/>
                    </a:lnTo>
                    <a:lnTo>
                      <a:pt x="565208" y="3046288"/>
                    </a:lnTo>
                    <a:lnTo>
                      <a:pt x="690964" y="3046288"/>
                    </a:lnTo>
                    <a:lnTo>
                      <a:pt x="689582" y="2971664"/>
                    </a:lnTo>
                    <a:cubicBezTo>
                      <a:pt x="685436" y="2684223"/>
                      <a:pt x="680599" y="761271"/>
                      <a:pt x="683363" y="748142"/>
                    </a:cubicBezTo>
                    <a:cubicBezTo>
                      <a:pt x="689582" y="723268"/>
                      <a:pt x="731731" y="725341"/>
                      <a:pt x="782862" y="752979"/>
                    </a:cubicBezTo>
                    <a:cubicBezTo>
                      <a:pt x="804282" y="764725"/>
                      <a:pt x="869232" y="799274"/>
                      <a:pt x="925891" y="829676"/>
                    </a:cubicBezTo>
                    <a:cubicBezTo>
                      <a:pt x="983241" y="860078"/>
                      <a:pt x="1039210" y="890481"/>
                      <a:pt x="1050265" y="897390"/>
                    </a:cubicBezTo>
                    <a:cubicBezTo>
                      <a:pt x="1062011" y="903609"/>
                      <a:pt x="1136635" y="942994"/>
                      <a:pt x="1216096" y="983761"/>
                    </a:cubicBezTo>
                    <a:cubicBezTo>
                      <a:pt x="1296248" y="1024528"/>
                      <a:pt x="1388146" y="1073586"/>
                      <a:pt x="1422003" y="1091551"/>
                    </a:cubicBezTo>
                    <a:cubicBezTo>
                      <a:pt x="1455169" y="1110207"/>
                      <a:pt x="1484190" y="1125409"/>
                      <a:pt x="1487645" y="1125409"/>
                    </a:cubicBezTo>
                    <a:cubicBezTo>
                      <a:pt x="1490409" y="1125409"/>
                      <a:pt x="1504228" y="1133009"/>
                      <a:pt x="1518738" y="1142683"/>
                    </a:cubicBezTo>
                    <a:cubicBezTo>
                      <a:pt x="1541540" y="1158575"/>
                      <a:pt x="1544304" y="1164102"/>
                      <a:pt x="1544304" y="1188977"/>
                    </a:cubicBezTo>
                    <a:lnTo>
                      <a:pt x="1544304" y="1217307"/>
                    </a:lnTo>
                    <a:lnTo>
                      <a:pt x="1466225" y="1213852"/>
                    </a:lnTo>
                    <a:cubicBezTo>
                      <a:pt x="1390910" y="1210397"/>
                      <a:pt x="1384692" y="1209015"/>
                      <a:pt x="1288647" y="1170321"/>
                    </a:cubicBezTo>
                    <a:cubicBezTo>
                      <a:pt x="1233370" y="1148210"/>
                      <a:pt x="1170493" y="1121263"/>
                      <a:pt x="1149073" y="1110207"/>
                    </a:cubicBezTo>
                    <a:lnTo>
                      <a:pt x="1108997" y="1090860"/>
                    </a:lnTo>
                    <a:lnTo>
                      <a:pt x="1108997" y="2265499"/>
                    </a:lnTo>
                    <a:lnTo>
                      <a:pt x="1108997" y="3440137"/>
                    </a:lnTo>
                    <a:lnTo>
                      <a:pt x="994988" y="3440137"/>
                    </a:lnTo>
                    <a:cubicBezTo>
                      <a:pt x="923819" y="3440137"/>
                      <a:pt x="880979" y="3442901"/>
                      <a:pt x="880979" y="3447047"/>
                    </a:cubicBezTo>
                    <a:cubicBezTo>
                      <a:pt x="880979" y="3451192"/>
                      <a:pt x="864395" y="3453956"/>
                      <a:pt x="843667" y="3453956"/>
                    </a:cubicBezTo>
                    <a:cubicBezTo>
                      <a:pt x="822938" y="3453956"/>
                      <a:pt x="803591" y="3451192"/>
                      <a:pt x="801518" y="3447047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1132F5B4-2EB9-6FF4-28D5-3F3403D445D4}"/>
                </a:ext>
              </a:extLst>
            </p:cNvPr>
            <p:cNvSpPr/>
            <p:nvPr/>
          </p:nvSpPr>
          <p:spPr>
            <a:xfrm>
              <a:off x="5270422" y="1738070"/>
              <a:ext cx="7459818" cy="7323622"/>
            </a:xfrm>
            <a:prstGeom prst="ellipse">
              <a:avLst/>
            </a:prstGeom>
            <a:noFill/>
            <a:ln w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1993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xmlns="" id="{20CE99B2-EFF8-DC67-2E49-80921693ED8D}"/>
              </a:ext>
            </a:extLst>
          </p:cNvPr>
          <p:cNvGrpSpPr/>
          <p:nvPr/>
        </p:nvGrpSpPr>
        <p:grpSpPr>
          <a:xfrm>
            <a:off x="5270422" y="1738070"/>
            <a:ext cx="7459818" cy="7323622"/>
            <a:chOff x="5270422" y="1738070"/>
            <a:chExt cx="7459818" cy="7323622"/>
          </a:xfrm>
        </p:grpSpPr>
        <p:grpSp>
          <p:nvGrpSpPr>
            <p:cNvPr id="46" name="Graphic 90">
              <a:extLst>
                <a:ext uri="{FF2B5EF4-FFF2-40B4-BE49-F238E27FC236}">
                  <a16:creationId xmlns:a16="http://schemas.microsoft.com/office/drawing/2014/main" xmlns="" id="{A71494BF-62F9-F754-9DA3-E1DC21EDF911}"/>
                </a:ext>
              </a:extLst>
            </p:cNvPr>
            <p:cNvGrpSpPr/>
            <p:nvPr/>
          </p:nvGrpSpPr>
          <p:grpSpPr>
            <a:xfrm>
              <a:off x="6012613" y="2973364"/>
              <a:ext cx="5980603" cy="4166044"/>
              <a:chOff x="5486780" y="2702530"/>
              <a:chExt cx="7082379" cy="4877341"/>
            </a:xfrm>
            <a:solidFill>
              <a:srgbClr val="002060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xmlns="" id="{0CC4848C-BCE3-299C-AC8F-C0D7FF9B1F4F}"/>
                  </a:ext>
                </a:extLst>
              </p:cNvPr>
              <p:cNvSpPr/>
              <p:nvPr/>
            </p:nvSpPr>
            <p:spPr>
              <a:xfrm>
                <a:off x="5486780" y="6882985"/>
                <a:ext cx="619467" cy="696886"/>
              </a:xfrm>
              <a:custGeom>
                <a:avLst/>
                <a:gdLst>
                  <a:gd name="connsiteX0" fmla="*/ 1382 w 619467"/>
                  <a:gd name="connsiteY0" fmla="*/ 350023 h 696886"/>
                  <a:gd name="connsiteX1" fmla="*/ 3455 w 619467"/>
                  <a:gd name="connsiteY1" fmla="*/ 2468 h 696886"/>
                  <a:gd name="connsiteX2" fmla="*/ 213508 w 619467"/>
                  <a:gd name="connsiteY2" fmla="*/ 395 h 696886"/>
                  <a:gd name="connsiteX3" fmla="*/ 464328 w 619467"/>
                  <a:gd name="connsiteY3" fmla="*/ 9377 h 696886"/>
                  <a:gd name="connsiteX4" fmla="*/ 605975 w 619467"/>
                  <a:gd name="connsiteY4" fmla="*/ 133751 h 696886"/>
                  <a:gd name="connsiteX5" fmla="*/ 603902 w 619467"/>
                  <a:gd name="connsiteY5" fmla="*/ 359005 h 696886"/>
                  <a:gd name="connsiteX6" fmla="*/ 512004 w 619467"/>
                  <a:gd name="connsiteY6" fmla="*/ 460577 h 696886"/>
                  <a:gd name="connsiteX7" fmla="*/ 368284 w 619467"/>
                  <a:gd name="connsiteY7" fmla="*/ 481306 h 696886"/>
                  <a:gd name="connsiteX8" fmla="*/ 255657 w 619467"/>
                  <a:gd name="connsiteY8" fmla="*/ 484069 h 696886"/>
                  <a:gd name="connsiteX9" fmla="*/ 255657 w 619467"/>
                  <a:gd name="connsiteY9" fmla="*/ 590478 h 696886"/>
                  <a:gd name="connsiteX10" fmla="*/ 255657 w 619467"/>
                  <a:gd name="connsiteY10" fmla="*/ 696886 h 696886"/>
                  <a:gd name="connsiteX11" fmla="*/ 127828 w 619467"/>
                  <a:gd name="connsiteY11" fmla="*/ 696886 h 696886"/>
                  <a:gd name="connsiteX12" fmla="*/ 0 w 619467"/>
                  <a:gd name="connsiteY12" fmla="*/ 696886 h 696886"/>
                  <a:gd name="connsiteX13" fmla="*/ 1382 w 619467"/>
                  <a:gd name="connsiteY13" fmla="*/ 350023 h 696886"/>
                  <a:gd name="connsiteX14" fmla="*/ 348937 w 619467"/>
                  <a:gd name="connsiteY14" fmla="*/ 271943 h 696886"/>
                  <a:gd name="connsiteX15" fmla="*/ 348937 w 619467"/>
                  <a:gd name="connsiteY15" fmla="*/ 216666 h 696886"/>
                  <a:gd name="connsiteX16" fmla="*/ 293660 w 619467"/>
                  <a:gd name="connsiteY16" fmla="*/ 199392 h 696886"/>
                  <a:gd name="connsiteX17" fmla="*/ 255657 w 619467"/>
                  <a:gd name="connsiteY17" fmla="*/ 199392 h 696886"/>
                  <a:gd name="connsiteX18" fmla="*/ 255657 w 619467"/>
                  <a:gd name="connsiteY18" fmla="*/ 244305 h 696886"/>
                  <a:gd name="connsiteX19" fmla="*/ 255657 w 619467"/>
                  <a:gd name="connsiteY19" fmla="*/ 289218 h 696886"/>
                  <a:gd name="connsiteX20" fmla="*/ 293660 w 619467"/>
                  <a:gd name="connsiteY20" fmla="*/ 289218 h 696886"/>
                  <a:gd name="connsiteX21" fmla="*/ 348937 w 619467"/>
                  <a:gd name="connsiteY21" fmla="*/ 271943 h 69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19467" h="696886">
                    <a:moveTo>
                      <a:pt x="1382" y="350023"/>
                    </a:moveTo>
                    <a:lnTo>
                      <a:pt x="3455" y="2468"/>
                    </a:lnTo>
                    <a:lnTo>
                      <a:pt x="213508" y="395"/>
                    </a:lnTo>
                    <a:cubicBezTo>
                      <a:pt x="382103" y="-987"/>
                      <a:pt x="431852" y="1086"/>
                      <a:pt x="464328" y="9377"/>
                    </a:cubicBezTo>
                    <a:cubicBezTo>
                      <a:pt x="533424" y="26651"/>
                      <a:pt x="574882" y="63272"/>
                      <a:pt x="605975" y="133751"/>
                    </a:cubicBezTo>
                    <a:cubicBezTo>
                      <a:pt x="624631" y="176591"/>
                      <a:pt x="623940" y="316165"/>
                      <a:pt x="603902" y="359005"/>
                    </a:cubicBezTo>
                    <a:cubicBezTo>
                      <a:pt x="584555" y="400463"/>
                      <a:pt x="551389" y="437775"/>
                      <a:pt x="512004" y="460577"/>
                    </a:cubicBezTo>
                    <a:cubicBezTo>
                      <a:pt x="481602" y="478542"/>
                      <a:pt x="475383" y="479233"/>
                      <a:pt x="368284" y="481306"/>
                    </a:cubicBezTo>
                    <a:lnTo>
                      <a:pt x="255657" y="484069"/>
                    </a:lnTo>
                    <a:lnTo>
                      <a:pt x="255657" y="590478"/>
                    </a:lnTo>
                    <a:lnTo>
                      <a:pt x="255657" y="696886"/>
                    </a:lnTo>
                    <a:lnTo>
                      <a:pt x="127828" y="696886"/>
                    </a:lnTo>
                    <a:lnTo>
                      <a:pt x="0" y="696886"/>
                    </a:lnTo>
                    <a:lnTo>
                      <a:pt x="1382" y="350023"/>
                    </a:lnTo>
                    <a:close/>
                    <a:moveTo>
                      <a:pt x="348937" y="271943"/>
                    </a:moveTo>
                    <a:cubicBezTo>
                      <a:pt x="370357" y="250524"/>
                      <a:pt x="370357" y="238086"/>
                      <a:pt x="348937" y="216666"/>
                    </a:cubicBezTo>
                    <a:cubicBezTo>
                      <a:pt x="335117" y="202156"/>
                      <a:pt x="325444" y="199392"/>
                      <a:pt x="293660" y="199392"/>
                    </a:cubicBezTo>
                    <a:lnTo>
                      <a:pt x="255657" y="199392"/>
                    </a:lnTo>
                    <a:lnTo>
                      <a:pt x="255657" y="244305"/>
                    </a:lnTo>
                    <a:lnTo>
                      <a:pt x="255657" y="289218"/>
                    </a:lnTo>
                    <a:lnTo>
                      <a:pt x="293660" y="289218"/>
                    </a:lnTo>
                    <a:cubicBezTo>
                      <a:pt x="325444" y="289218"/>
                      <a:pt x="335117" y="286454"/>
                      <a:pt x="348937" y="271943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xmlns="" id="{8301BE58-D74A-14E1-E7ED-FA586FF83BAA}"/>
                  </a:ext>
                </a:extLst>
              </p:cNvPr>
              <p:cNvSpPr/>
              <p:nvPr/>
            </p:nvSpPr>
            <p:spPr>
              <a:xfrm>
                <a:off x="6281389" y="6880616"/>
                <a:ext cx="677144" cy="699255"/>
              </a:xfrm>
              <a:custGeom>
                <a:avLst/>
                <a:gdLst>
                  <a:gd name="connsiteX0" fmla="*/ 0 w 677144"/>
                  <a:gd name="connsiteY0" fmla="*/ 349628 h 699255"/>
                  <a:gd name="connsiteX1" fmla="*/ 0 w 677144"/>
                  <a:gd name="connsiteY1" fmla="*/ 0 h 699255"/>
                  <a:gd name="connsiteX2" fmla="*/ 250820 w 677144"/>
                  <a:gd name="connsiteY2" fmla="*/ 2764 h 699255"/>
                  <a:gd name="connsiteX3" fmla="*/ 596302 w 677144"/>
                  <a:gd name="connsiteY3" fmla="*/ 56659 h 699255"/>
                  <a:gd name="connsiteX4" fmla="*/ 661943 w 677144"/>
                  <a:gd name="connsiteY4" fmla="*/ 201761 h 699255"/>
                  <a:gd name="connsiteX5" fmla="*/ 581101 w 677144"/>
                  <a:gd name="connsiteY5" fmla="*/ 400759 h 699255"/>
                  <a:gd name="connsiteX6" fmla="*/ 554153 w 677144"/>
                  <a:gd name="connsiteY6" fmla="*/ 420106 h 699255"/>
                  <a:gd name="connsiteX7" fmla="*/ 615649 w 677144"/>
                  <a:gd name="connsiteY7" fmla="*/ 534115 h 699255"/>
                  <a:gd name="connsiteX8" fmla="*/ 677144 w 677144"/>
                  <a:gd name="connsiteY8" fmla="*/ 673690 h 699255"/>
                  <a:gd name="connsiteX9" fmla="*/ 677144 w 677144"/>
                  <a:gd name="connsiteY9" fmla="*/ 699255 h 699255"/>
                  <a:gd name="connsiteX10" fmla="*/ 540334 w 677144"/>
                  <a:gd name="connsiteY10" fmla="*/ 699255 h 699255"/>
                  <a:gd name="connsiteX11" fmla="*/ 402832 w 677144"/>
                  <a:gd name="connsiteY11" fmla="*/ 699255 h 699255"/>
                  <a:gd name="connsiteX12" fmla="*/ 345482 w 677144"/>
                  <a:gd name="connsiteY12" fmla="*/ 578337 h 699255"/>
                  <a:gd name="connsiteX13" fmla="*/ 270167 w 677144"/>
                  <a:gd name="connsiteY13" fmla="*/ 458800 h 699255"/>
                  <a:gd name="connsiteX14" fmla="*/ 252202 w 677144"/>
                  <a:gd name="connsiteY14" fmla="*/ 460873 h 699255"/>
                  <a:gd name="connsiteX15" fmla="*/ 250129 w 677144"/>
                  <a:gd name="connsiteY15" fmla="*/ 580410 h 699255"/>
                  <a:gd name="connsiteX16" fmla="*/ 248747 w 677144"/>
                  <a:gd name="connsiteY16" fmla="*/ 699255 h 699255"/>
                  <a:gd name="connsiteX17" fmla="*/ 124373 w 677144"/>
                  <a:gd name="connsiteY17" fmla="*/ 699255 h 699255"/>
                  <a:gd name="connsiteX18" fmla="*/ 0 w 677144"/>
                  <a:gd name="connsiteY18" fmla="*/ 699255 h 699255"/>
                  <a:gd name="connsiteX19" fmla="*/ 0 w 677144"/>
                  <a:gd name="connsiteY19" fmla="*/ 349628 h 699255"/>
                  <a:gd name="connsiteX20" fmla="*/ 386940 w 677144"/>
                  <a:gd name="connsiteY20" fmla="*/ 257039 h 699255"/>
                  <a:gd name="connsiteX21" fmla="*/ 385558 w 677144"/>
                  <a:gd name="connsiteY21" fmla="*/ 208671 h 699255"/>
                  <a:gd name="connsiteX22" fmla="*/ 309552 w 677144"/>
                  <a:gd name="connsiteY22" fmla="*/ 194852 h 699255"/>
                  <a:gd name="connsiteX23" fmla="*/ 248747 w 677144"/>
                  <a:gd name="connsiteY23" fmla="*/ 194852 h 699255"/>
                  <a:gd name="connsiteX24" fmla="*/ 248747 w 677144"/>
                  <a:gd name="connsiteY24" fmla="*/ 232855 h 699255"/>
                  <a:gd name="connsiteX25" fmla="*/ 248747 w 677144"/>
                  <a:gd name="connsiteY25" fmla="*/ 270858 h 699255"/>
                  <a:gd name="connsiteX26" fmla="*/ 310934 w 677144"/>
                  <a:gd name="connsiteY26" fmla="*/ 270858 h 699255"/>
                  <a:gd name="connsiteX27" fmla="*/ 386940 w 677144"/>
                  <a:gd name="connsiteY27" fmla="*/ 257039 h 699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77144" h="699255">
                    <a:moveTo>
                      <a:pt x="0" y="349628"/>
                    </a:moveTo>
                    <a:lnTo>
                      <a:pt x="0" y="0"/>
                    </a:lnTo>
                    <a:lnTo>
                      <a:pt x="250820" y="2764"/>
                    </a:lnTo>
                    <a:cubicBezTo>
                      <a:pt x="532042" y="6219"/>
                      <a:pt x="539643" y="7601"/>
                      <a:pt x="596302" y="56659"/>
                    </a:cubicBezTo>
                    <a:cubicBezTo>
                      <a:pt x="634305" y="90517"/>
                      <a:pt x="657107" y="141648"/>
                      <a:pt x="661943" y="201761"/>
                    </a:cubicBezTo>
                    <a:cubicBezTo>
                      <a:pt x="668162" y="290896"/>
                      <a:pt x="641214" y="357228"/>
                      <a:pt x="581101" y="400759"/>
                    </a:cubicBezTo>
                    <a:lnTo>
                      <a:pt x="554153" y="420106"/>
                    </a:lnTo>
                    <a:lnTo>
                      <a:pt x="615649" y="534115"/>
                    </a:lnTo>
                    <a:cubicBezTo>
                      <a:pt x="660561" y="617721"/>
                      <a:pt x="676453" y="654343"/>
                      <a:pt x="677144" y="673690"/>
                    </a:cubicBezTo>
                    <a:lnTo>
                      <a:pt x="677144" y="699255"/>
                    </a:lnTo>
                    <a:lnTo>
                      <a:pt x="540334" y="699255"/>
                    </a:lnTo>
                    <a:lnTo>
                      <a:pt x="402832" y="699255"/>
                    </a:lnTo>
                    <a:lnTo>
                      <a:pt x="345482" y="578337"/>
                    </a:lnTo>
                    <a:cubicBezTo>
                      <a:pt x="290896" y="464328"/>
                      <a:pt x="286750" y="456727"/>
                      <a:pt x="270167" y="458800"/>
                    </a:cubicBezTo>
                    <a:lnTo>
                      <a:pt x="252202" y="460873"/>
                    </a:lnTo>
                    <a:lnTo>
                      <a:pt x="250129" y="580410"/>
                    </a:lnTo>
                    <a:lnTo>
                      <a:pt x="248747" y="699255"/>
                    </a:lnTo>
                    <a:lnTo>
                      <a:pt x="124373" y="699255"/>
                    </a:lnTo>
                    <a:lnTo>
                      <a:pt x="0" y="699255"/>
                    </a:lnTo>
                    <a:lnTo>
                      <a:pt x="0" y="349628"/>
                    </a:lnTo>
                    <a:close/>
                    <a:moveTo>
                      <a:pt x="386940" y="257039"/>
                    </a:moveTo>
                    <a:cubicBezTo>
                      <a:pt x="404905" y="239074"/>
                      <a:pt x="404214" y="226636"/>
                      <a:pt x="385558" y="208671"/>
                    </a:cubicBezTo>
                    <a:cubicBezTo>
                      <a:pt x="373120" y="196925"/>
                      <a:pt x="361374" y="194852"/>
                      <a:pt x="309552" y="194852"/>
                    </a:cubicBezTo>
                    <a:lnTo>
                      <a:pt x="248747" y="194852"/>
                    </a:lnTo>
                    <a:lnTo>
                      <a:pt x="248747" y="232855"/>
                    </a:lnTo>
                    <a:lnTo>
                      <a:pt x="248747" y="270858"/>
                    </a:lnTo>
                    <a:lnTo>
                      <a:pt x="310934" y="270858"/>
                    </a:lnTo>
                    <a:cubicBezTo>
                      <a:pt x="364138" y="270858"/>
                      <a:pt x="375193" y="268785"/>
                      <a:pt x="386940" y="257039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xmlns="" id="{5C9E6813-506B-8DBC-5F56-472B2DD1379D}"/>
                  </a:ext>
                </a:extLst>
              </p:cNvPr>
              <p:cNvSpPr/>
              <p:nvPr/>
            </p:nvSpPr>
            <p:spPr>
              <a:xfrm>
                <a:off x="7069087" y="6881998"/>
                <a:ext cx="760060" cy="697873"/>
              </a:xfrm>
              <a:custGeom>
                <a:avLst/>
                <a:gdLst>
                  <a:gd name="connsiteX0" fmla="*/ 0 w 760060"/>
                  <a:gd name="connsiteY0" fmla="*/ 671616 h 697873"/>
                  <a:gd name="connsiteX1" fmla="*/ 110554 w 760060"/>
                  <a:gd name="connsiteY1" fmla="*/ 341336 h 697873"/>
                  <a:gd name="connsiteX2" fmla="*/ 228709 w 760060"/>
                  <a:gd name="connsiteY2" fmla="*/ 18656 h 697873"/>
                  <a:gd name="connsiteX3" fmla="*/ 237000 w 760060"/>
                  <a:gd name="connsiteY3" fmla="*/ 0 h 697873"/>
                  <a:gd name="connsiteX4" fmla="*/ 378648 w 760060"/>
                  <a:gd name="connsiteY4" fmla="*/ 1382 h 697873"/>
                  <a:gd name="connsiteX5" fmla="*/ 520296 w 760060"/>
                  <a:gd name="connsiteY5" fmla="*/ 3455 h 697873"/>
                  <a:gd name="connsiteX6" fmla="*/ 640523 w 760060"/>
                  <a:gd name="connsiteY6" fmla="*/ 331663 h 697873"/>
                  <a:gd name="connsiteX7" fmla="*/ 760060 w 760060"/>
                  <a:gd name="connsiteY7" fmla="*/ 678526 h 697873"/>
                  <a:gd name="connsiteX8" fmla="*/ 760060 w 760060"/>
                  <a:gd name="connsiteY8" fmla="*/ 697873 h 697873"/>
                  <a:gd name="connsiteX9" fmla="*/ 627395 w 760060"/>
                  <a:gd name="connsiteY9" fmla="*/ 696492 h 697873"/>
                  <a:gd name="connsiteX10" fmla="*/ 494730 w 760060"/>
                  <a:gd name="connsiteY10" fmla="*/ 694419 h 697873"/>
                  <a:gd name="connsiteX11" fmla="*/ 481602 w 760060"/>
                  <a:gd name="connsiteY11" fmla="*/ 651579 h 697873"/>
                  <a:gd name="connsiteX12" fmla="*/ 468473 w 760060"/>
                  <a:gd name="connsiteY12" fmla="*/ 608048 h 697873"/>
                  <a:gd name="connsiteX13" fmla="*/ 373120 w 760060"/>
                  <a:gd name="connsiteY13" fmla="*/ 608048 h 697873"/>
                  <a:gd name="connsiteX14" fmla="*/ 277768 w 760060"/>
                  <a:gd name="connsiteY14" fmla="*/ 608048 h 697873"/>
                  <a:gd name="connsiteX15" fmla="*/ 265330 w 760060"/>
                  <a:gd name="connsiteY15" fmla="*/ 652961 h 697873"/>
                  <a:gd name="connsiteX16" fmla="*/ 252202 w 760060"/>
                  <a:gd name="connsiteY16" fmla="*/ 697873 h 697873"/>
                  <a:gd name="connsiteX17" fmla="*/ 126446 w 760060"/>
                  <a:gd name="connsiteY17" fmla="*/ 697873 h 697873"/>
                  <a:gd name="connsiteX18" fmla="*/ 0 w 760060"/>
                  <a:gd name="connsiteY18" fmla="*/ 697873 h 697873"/>
                  <a:gd name="connsiteX19" fmla="*/ 0 w 760060"/>
                  <a:gd name="connsiteY19" fmla="*/ 671616 h 697873"/>
                  <a:gd name="connsiteX20" fmla="*/ 407669 w 760060"/>
                  <a:gd name="connsiteY20" fmla="*/ 410433 h 697873"/>
                  <a:gd name="connsiteX21" fmla="*/ 373120 w 760060"/>
                  <a:gd name="connsiteY21" fmla="*/ 301951 h 697873"/>
                  <a:gd name="connsiteX22" fmla="*/ 338572 w 760060"/>
                  <a:gd name="connsiteY22" fmla="*/ 410433 h 697873"/>
                  <a:gd name="connsiteX23" fmla="*/ 373120 w 760060"/>
                  <a:gd name="connsiteY23" fmla="*/ 414578 h 697873"/>
                  <a:gd name="connsiteX24" fmla="*/ 407669 w 760060"/>
                  <a:gd name="connsiteY24" fmla="*/ 410433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60060" h="697873">
                    <a:moveTo>
                      <a:pt x="0" y="671616"/>
                    </a:moveTo>
                    <a:cubicBezTo>
                      <a:pt x="0" y="655034"/>
                      <a:pt x="40076" y="534806"/>
                      <a:pt x="110554" y="341336"/>
                    </a:cubicBezTo>
                    <a:cubicBezTo>
                      <a:pt x="171359" y="174814"/>
                      <a:pt x="224563" y="29711"/>
                      <a:pt x="228709" y="18656"/>
                    </a:cubicBezTo>
                    <a:lnTo>
                      <a:pt x="237000" y="0"/>
                    </a:lnTo>
                    <a:lnTo>
                      <a:pt x="378648" y="1382"/>
                    </a:lnTo>
                    <a:lnTo>
                      <a:pt x="520296" y="3455"/>
                    </a:lnTo>
                    <a:lnTo>
                      <a:pt x="640523" y="331663"/>
                    </a:lnTo>
                    <a:cubicBezTo>
                      <a:pt x="706165" y="512004"/>
                      <a:pt x="760060" y="668162"/>
                      <a:pt x="760060" y="678526"/>
                    </a:cubicBezTo>
                    <a:lnTo>
                      <a:pt x="760060" y="697873"/>
                    </a:lnTo>
                    <a:lnTo>
                      <a:pt x="627395" y="696492"/>
                    </a:lnTo>
                    <a:lnTo>
                      <a:pt x="494730" y="694419"/>
                    </a:lnTo>
                    <a:lnTo>
                      <a:pt x="481602" y="651579"/>
                    </a:lnTo>
                    <a:lnTo>
                      <a:pt x="468473" y="608048"/>
                    </a:lnTo>
                    <a:lnTo>
                      <a:pt x="373120" y="608048"/>
                    </a:lnTo>
                    <a:lnTo>
                      <a:pt x="277768" y="608048"/>
                    </a:lnTo>
                    <a:lnTo>
                      <a:pt x="265330" y="652961"/>
                    </a:lnTo>
                    <a:lnTo>
                      <a:pt x="252202" y="697873"/>
                    </a:lnTo>
                    <a:lnTo>
                      <a:pt x="126446" y="697873"/>
                    </a:lnTo>
                    <a:lnTo>
                      <a:pt x="0" y="697873"/>
                    </a:lnTo>
                    <a:lnTo>
                      <a:pt x="0" y="671616"/>
                    </a:lnTo>
                    <a:close/>
                    <a:moveTo>
                      <a:pt x="407669" y="410433"/>
                    </a:moveTo>
                    <a:cubicBezTo>
                      <a:pt x="407669" y="393849"/>
                      <a:pt x="376575" y="297805"/>
                      <a:pt x="373120" y="301951"/>
                    </a:cubicBezTo>
                    <a:cubicBezTo>
                      <a:pt x="368284" y="306788"/>
                      <a:pt x="338572" y="401450"/>
                      <a:pt x="338572" y="410433"/>
                    </a:cubicBezTo>
                    <a:cubicBezTo>
                      <a:pt x="338572" y="412505"/>
                      <a:pt x="354464" y="414578"/>
                      <a:pt x="373120" y="414578"/>
                    </a:cubicBezTo>
                    <a:cubicBezTo>
                      <a:pt x="392467" y="414578"/>
                      <a:pt x="407669" y="412505"/>
                      <a:pt x="407669" y="410433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xmlns="" id="{3CB0FA8E-6656-6DF7-AC3E-92919644A28D}"/>
                  </a:ext>
                </a:extLst>
              </p:cNvPr>
              <p:cNvSpPr/>
              <p:nvPr/>
            </p:nvSpPr>
            <p:spPr>
              <a:xfrm>
                <a:off x="7918973" y="6881998"/>
                <a:ext cx="684744" cy="697873"/>
              </a:xfrm>
              <a:custGeom>
                <a:avLst/>
                <a:gdLst>
                  <a:gd name="connsiteX0" fmla="*/ 214199 w 684744"/>
                  <a:gd name="connsiteY0" fmla="*/ 452581 h 697873"/>
                  <a:gd name="connsiteX1" fmla="*/ 214199 w 684744"/>
                  <a:gd name="connsiteY1" fmla="*/ 207289 h 697873"/>
                  <a:gd name="connsiteX2" fmla="*/ 107099 w 684744"/>
                  <a:gd name="connsiteY2" fmla="*/ 207289 h 697873"/>
                  <a:gd name="connsiteX3" fmla="*/ 0 w 684744"/>
                  <a:gd name="connsiteY3" fmla="*/ 207289 h 697873"/>
                  <a:gd name="connsiteX4" fmla="*/ 0 w 684744"/>
                  <a:gd name="connsiteY4" fmla="*/ 103645 h 697873"/>
                  <a:gd name="connsiteX5" fmla="*/ 0 w 684744"/>
                  <a:gd name="connsiteY5" fmla="*/ 0 h 697873"/>
                  <a:gd name="connsiteX6" fmla="*/ 340645 w 684744"/>
                  <a:gd name="connsiteY6" fmla="*/ 1382 h 697873"/>
                  <a:gd name="connsiteX7" fmla="*/ 680599 w 684744"/>
                  <a:gd name="connsiteY7" fmla="*/ 3455 h 697873"/>
                  <a:gd name="connsiteX8" fmla="*/ 682672 w 684744"/>
                  <a:gd name="connsiteY8" fmla="*/ 105717 h 697873"/>
                  <a:gd name="connsiteX9" fmla="*/ 684745 w 684744"/>
                  <a:gd name="connsiteY9" fmla="*/ 207289 h 697873"/>
                  <a:gd name="connsiteX10" fmla="*/ 576955 w 684744"/>
                  <a:gd name="connsiteY10" fmla="*/ 207289 h 697873"/>
                  <a:gd name="connsiteX11" fmla="*/ 469855 w 684744"/>
                  <a:gd name="connsiteY11" fmla="*/ 207289 h 697873"/>
                  <a:gd name="connsiteX12" fmla="*/ 469855 w 684744"/>
                  <a:gd name="connsiteY12" fmla="*/ 452581 h 697873"/>
                  <a:gd name="connsiteX13" fmla="*/ 469855 w 684744"/>
                  <a:gd name="connsiteY13" fmla="*/ 697873 h 697873"/>
                  <a:gd name="connsiteX14" fmla="*/ 342027 w 684744"/>
                  <a:gd name="connsiteY14" fmla="*/ 697873 h 697873"/>
                  <a:gd name="connsiteX15" fmla="*/ 214199 w 684744"/>
                  <a:gd name="connsiteY15" fmla="*/ 697873 h 697873"/>
                  <a:gd name="connsiteX16" fmla="*/ 214199 w 684744"/>
                  <a:gd name="connsiteY16" fmla="*/ 452581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84744" h="697873">
                    <a:moveTo>
                      <a:pt x="214199" y="452581"/>
                    </a:moveTo>
                    <a:lnTo>
                      <a:pt x="214199" y="207289"/>
                    </a:lnTo>
                    <a:lnTo>
                      <a:pt x="107099" y="207289"/>
                    </a:lnTo>
                    <a:lnTo>
                      <a:pt x="0" y="207289"/>
                    </a:lnTo>
                    <a:lnTo>
                      <a:pt x="0" y="103645"/>
                    </a:lnTo>
                    <a:lnTo>
                      <a:pt x="0" y="0"/>
                    </a:lnTo>
                    <a:lnTo>
                      <a:pt x="340645" y="1382"/>
                    </a:lnTo>
                    <a:lnTo>
                      <a:pt x="680599" y="3455"/>
                    </a:lnTo>
                    <a:lnTo>
                      <a:pt x="682672" y="105717"/>
                    </a:lnTo>
                    <a:lnTo>
                      <a:pt x="684745" y="207289"/>
                    </a:lnTo>
                    <a:lnTo>
                      <a:pt x="576955" y="207289"/>
                    </a:lnTo>
                    <a:lnTo>
                      <a:pt x="469855" y="207289"/>
                    </a:lnTo>
                    <a:lnTo>
                      <a:pt x="469855" y="452581"/>
                    </a:lnTo>
                    <a:lnTo>
                      <a:pt x="469855" y="697873"/>
                    </a:lnTo>
                    <a:lnTo>
                      <a:pt x="342027" y="697873"/>
                    </a:lnTo>
                    <a:lnTo>
                      <a:pt x="214199" y="697873"/>
                    </a:lnTo>
                    <a:lnTo>
                      <a:pt x="214199" y="452581"/>
                    </a:ln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xmlns="" id="{70038B94-9919-6B1C-D993-30AC3A2EC844}"/>
                  </a:ext>
                </a:extLst>
              </p:cNvPr>
              <p:cNvSpPr/>
              <p:nvPr/>
            </p:nvSpPr>
            <p:spPr>
              <a:xfrm>
                <a:off x="8761949" y="6881998"/>
                <a:ext cx="690963" cy="697873"/>
              </a:xfrm>
              <a:custGeom>
                <a:avLst/>
                <a:gdLst>
                  <a:gd name="connsiteX0" fmla="*/ 0 w 690963"/>
                  <a:gd name="connsiteY0" fmla="*/ 348937 h 697873"/>
                  <a:gd name="connsiteX1" fmla="*/ 0 w 690963"/>
                  <a:gd name="connsiteY1" fmla="*/ 0 h 697873"/>
                  <a:gd name="connsiteX2" fmla="*/ 124373 w 690963"/>
                  <a:gd name="connsiteY2" fmla="*/ 0 h 697873"/>
                  <a:gd name="connsiteX3" fmla="*/ 248747 w 690963"/>
                  <a:gd name="connsiteY3" fmla="*/ 0 h 697873"/>
                  <a:gd name="connsiteX4" fmla="*/ 248747 w 690963"/>
                  <a:gd name="connsiteY4" fmla="*/ 120919 h 697873"/>
                  <a:gd name="connsiteX5" fmla="*/ 248747 w 690963"/>
                  <a:gd name="connsiteY5" fmla="*/ 241837 h 697873"/>
                  <a:gd name="connsiteX6" fmla="*/ 345482 w 690963"/>
                  <a:gd name="connsiteY6" fmla="*/ 241837 h 697873"/>
                  <a:gd name="connsiteX7" fmla="*/ 442217 w 690963"/>
                  <a:gd name="connsiteY7" fmla="*/ 241837 h 697873"/>
                  <a:gd name="connsiteX8" fmla="*/ 442217 w 690963"/>
                  <a:gd name="connsiteY8" fmla="*/ 120919 h 697873"/>
                  <a:gd name="connsiteX9" fmla="*/ 442217 w 690963"/>
                  <a:gd name="connsiteY9" fmla="*/ 0 h 697873"/>
                  <a:gd name="connsiteX10" fmla="*/ 566590 w 690963"/>
                  <a:gd name="connsiteY10" fmla="*/ 0 h 697873"/>
                  <a:gd name="connsiteX11" fmla="*/ 690964 w 690963"/>
                  <a:gd name="connsiteY11" fmla="*/ 0 h 697873"/>
                  <a:gd name="connsiteX12" fmla="*/ 690964 w 690963"/>
                  <a:gd name="connsiteY12" fmla="*/ 348937 h 697873"/>
                  <a:gd name="connsiteX13" fmla="*/ 690964 w 690963"/>
                  <a:gd name="connsiteY13" fmla="*/ 697873 h 697873"/>
                  <a:gd name="connsiteX14" fmla="*/ 566590 w 690963"/>
                  <a:gd name="connsiteY14" fmla="*/ 697873 h 697873"/>
                  <a:gd name="connsiteX15" fmla="*/ 442217 w 690963"/>
                  <a:gd name="connsiteY15" fmla="*/ 697873 h 697873"/>
                  <a:gd name="connsiteX16" fmla="*/ 442217 w 690963"/>
                  <a:gd name="connsiteY16" fmla="*/ 573500 h 697873"/>
                  <a:gd name="connsiteX17" fmla="*/ 442217 w 690963"/>
                  <a:gd name="connsiteY17" fmla="*/ 449126 h 697873"/>
                  <a:gd name="connsiteX18" fmla="*/ 345482 w 690963"/>
                  <a:gd name="connsiteY18" fmla="*/ 449126 h 697873"/>
                  <a:gd name="connsiteX19" fmla="*/ 248747 w 690963"/>
                  <a:gd name="connsiteY19" fmla="*/ 449126 h 697873"/>
                  <a:gd name="connsiteX20" fmla="*/ 248747 w 690963"/>
                  <a:gd name="connsiteY20" fmla="*/ 573500 h 697873"/>
                  <a:gd name="connsiteX21" fmla="*/ 248747 w 690963"/>
                  <a:gd name="connsiteY21" fmla="*/ 697873 h 697873"/>
                  <a:gd name="connsiteX22" fmla="*/ 124373 w 690963"/>
                  <a:gd name="connsiteY22" fmla="*/ 697873 h 697873"/>
                  <a:gd name="connsiteX23" fmla="*/ 0 w 690963"/>
                  <a:gd name="connsiteY23" fmla="*/ 697873 h 697873"/>
                  <a:gd name="connsiteX24" fmla="*/ 0 w 690963"/>
                  <a:gd name="connsiteY24" fmla="*/ 348937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90963" h="697873">
                    <a:moveTo>
                      <a:pt x="0" y="348937"/>
                    </a:moveTo>
                    <a:lnTo>
                      <a:pt x="0" y="0"/>
                    </a:lnTo>
                    <a:lnTo>
                      <a:pt x="124373" y="0"/>
                    </a:lnTo>
                    <a:lnTo>
                      <a:pt x="248747" y="0"/>
                    </a:lnTo>
                    <a:lnTo>
                      <a:pt x="248747" y="120919"/>
                    </a:lnTo>
                    <a:lnTo>
                      <a:pt x="248747" y="241837"/>
                    </a:lnTo>
                    <a:lnTo>
                      <a:pt x="345482" y="241837"/>
                    </a:lnTo>
                    <a:lnTo>
                      <a:pt x="442217" y="241837"/>
                    </a:lnTo>
                    <a:lnTo>
                      <a:pt x="442217" y="120919"/>
                    </a:lnTo>
                    <a:lnTo>
                      <a:pt x="442217" y="0"/>
                    </a:lnTo>
                    <a:lnTo>
                      <a:pt x="566590" y="0"/>
                    </a:lnTo>
                    <a:lnTo>
                      <a:pt x="690964" y="0"/>
                    </a:lnTo>
                    <a:lnTo>
                      <a:pt x="690964" y="348937"/>
                    </a:lnTo>
                    <a:lnTo>
                      <a:pt x="690964" y="697873"/>
                    </a:lnTo>
                    <a:lnTo>
                      <a:pt x="566590" y="697873"/>
                    </a:lnTo>
                    <a:lnTo>
                      <a:pt x="442217" y="697873"/>
                    </a:lnTo>
                    <a:lnTo>
                      <a:pt x="442217" y="573500"/>
                    </a:lnTo>
                    <a:lnTo>
                      <a:pt x="442217" y="449126"/>
                    </a:lnTo>
                    <a:lnTo>
                      <a:pt x="345482" y="449126"/>
                    </a:lnTo>
                    <a:lnTo>
                      <a:pt x="248747" y="449126"/>
                    </a:lnTo>
                    <a:lnTo>
                      <a:pt x="248747" y="573500"/>
                    </a:lnTo>
                    <a:lnTo>
                      <a:pt x="248747" y="697873"/>
                    </a:lnTo>
                    <a:lnTo>
                      <a:pt x="124373" y="697873"/>
                    </a:lnTo>
                    <a:lnTo>
                      <a:pt x="0" y="697873"/>
                    </a:lnTo>
                    <a:lnTo>
                      <a:pt x="0" y="348937"/>
                    </a:ln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xmlns="" id="{5E3CFB3C-DAF2-59EE-B5FC-59ECED49F78E}"/>
                  </a:ext>
                </a:extLst>
              </p:cNvPr>
              <p:cNvSpPr/>
              <p:nvPr/>
            </p:nvSpPr>
            <p:spPr>
              <a:xfrm>
                <a:off x="9667111" y="6881998"/>
                <a:ext cx="248746" cy="697873"/>
              </a:xfrm>
              <a:custGeom>
                <a:avLst/>
                <a:gdLst>
                  <a:gd name="connsiteX0" fmla="*/ 0 w 248746"/>
                  <a:gd name="connsiteY0" fmla="*/ 348937 h 697873"/>
                  <a:gd name="connsiteX1" fmla="*/ 0 w 248746"/>
                  <a:gd name="connsiteY1" fmla="*/ 0 h 697873"/>
                  <a:gd name="connsiteX2" fmla="*/ 124373 w 248746"/>
                  <a:gd name="connsiteY2" fmla="*/ 0 h 697873"/>
                  <a:gd name="connsiteX3" fmla="*/ 248747 w 248746"/>
                  <a:gd name="connsiteY3" fmla="*/ 0 h 697873"/>
                  <a:gd name="connsiteX4" fmla="*/ 248747 w 248746"/>
                  <a:gd name="connsiteY4" fmla="*/ 348937 h 697873"/>
                  <a:gd name="connsiteX5" fmla="*/ 248747 w 248746"/>
                  <a:gd name="connsiteY5" fmla="*/ 697873 h 697873"/>
                  <a:gd name="connsiteX6" fmla="*/ 124373 w 248746"/>
                  <a:gd name="connsiteY6" fmla="*/ 697873 h 697873"/>
                  <a:gd name="connsiteX7" fmla="*/ 0 w 248746"/>
                  <a:gd name="connsiteY7" fmla="*/ 697873 h 697873"/>
                  <a:gd name="connsiteX8" fmla="*/ 0 w 248746"/>
                  <a:gd name="connsiteY8" fmla="*/ 348937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746" h="697873">
                    <a:moveTo>
                      <a:pt x="0" y="348937"/>
                    </a:moveTo>
                    <a:lnTo>
                      <a:pt x="0" y="0"/>
                    </a:lnTo>
                    <a:lnTo>
                      <a:pt x="124373" y="0"/>
                    </a:lnTo>
                    <a:lnTo>
                      <a:pt x="248747" y="0"/>
                    </a:lnTo>
                    <a:lnTo>
                      <a:pt x="248747" y="348937"/>
                    </a:lnTo>
                    <a:lnTo>
                      <a:pt x="248747" y="697873"/>
                    </a:lnTo>
                    <a:lnTo>
                      <a:pt x="124373" y="697873"/>
                    </a:lnTo>
                    <a:lnTo>
                      <a:pt x="0" y="697873"/>
                    </a:lnTo>
                    <a:lnTo>
                      <a:pt x="0" y="348937"/>
                    </a:ln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xmlns="" id="{41EC17B5-5325-5FDA-B950-CF298BD9ADCF}"/>
                  </a:ext>
                </a:extLst>
              </p:cNvPr>
              <p:cNvSpPr/>
              <p:nvPr/>
            </p:nvSpPr>
            <p:spPr>
              <a:xfrm>
                <a:off x="10130057" y="6881307"/>
                <a:ext cx="670234" cy="698564"/>
              </a:xfrm>
              <a:custGeom>
                <a:avLst/>
                <a:gdLst>
                  <a:gd name="connsiteX0" fmla="*/ 0 w 670234"/>
                  <a:gd name="connsiteY0" fmla="*/ 348937 h 698564"/>
                  <a:gd name="connsiteX1" fmla="*/ 0 w 670234"/>
                  <a:gd name="connsiteY1" fmla="*/ 0 h 698564"/>
                  <a:gd name="connsiteX2" fmla="*/ 261184 w 670234"/>
                  <a:gd name="connsiteY2" fmla="*/ 2073 h 698564"/>
                  <a:gd name="connsiteX3" fmla="*/ 557607 w 670234"/>
                  <a:gd name="connsiteY3" fmla="*/ 20729 h 698564"/>
                  <a:gd name="connsiteX4" fmla="*/ 650197 w 670234"/>
                  <a:gd name="connsiteY4" fmla="*/ 119537 h 698564"/>
                  <a:gd name="connsiteX5" fmla="*/ 637068 w 670234"/>
                  <a:gd name="connsiteY5" fmla="*/ 288822 h 698564"/>
                  <a:gd name="connsiteX6" fmla="*/ 608048 w 670234"/>
                  <a:gd name="connsiteY6" fmla="*/ 325444 h 698564"/>
                  <a:gd name="connsiteX7" fmla="*/ 619794 w 670234"/>
                  <a:gd name="connsiteY7" fmla="*/ 355156 h 698564"/>
                  <a:gd name="connsiteX8" fmla="*/ 670235 w 670234"/>
                  <a:gd name="connsiteY8" fmla="*/ 498185 h 698564"/>
                  <a:gd name="connsiteX9" fmla="*/ 607357 w 670234"/>
                  <a:gd name="connsiteY9" fmla="*/ 657106 h 698564"/>
                  <a:gd name="connsiteX10" fmla="*/ 254275 w 670234"/>
                  <a:gd name="connsiteY10" fmla="*/ 698564 h 698564"/>
                  <a:gd name="connsiteX11" fmla="*/ 0 w 670234"/>
                  <a:gd name="connsiteY11" fmla="*/ 698564 h 698564"/>
                  <a:gd name="connsiteX12" fmla="*/ 0 w 670234"/>
                  <a:gd name="connsiteY12" fmla="*/ 348937 h 698564"/>
                  <a:gd name="connsiteX13" fmla="*/ 399377 w 670234"/>
                  <a:gd name="connsiteY13" fmla="*/ 494039 h 698564"/>
                  <a:gd name="connsiteX14" fmla="*/ 402832 w 670234"/>
                  <a:gd name="connsiteY14" fmla="*/ 448436 h 698564"/>
                  <a:gd name="connsiteX15" fmla="*/ 319916 w 670234"/>
                  <a:gd name="connsiteY15" fmla="*/ 435998 h 698564"/>
                  <a:gd name="connsiteX16" fmla="*/ 248747 w 670234"/>
                  <a:gd name="connsiteY16" fmla="*/ 435998 h 698564"/>
                  <a:gd name="connsiteX17" fmla="*/ 248747 w 670234"/>
                  <a:gd name="connsiteY17" fmla="*/ 470546 h 698564"/>
                  <a:gd name="connsiteX18" fmla="*/ 248747 w 670234"/>
                  <a:gd name="connsiteY18" fmla="*/ 505094 h 698564"/>
                  <a:gd name="connsiteX19" fmla="*/ 316461 w 670234"/>
                  <a:gd name="connsiteY19" fmla="*/ 505094 h 698564"/>
                  <a:gd name="connsiteX20" fmla="*/ 399377 w 670234"/>
                  <a:gd name="connsiteY20" fmla="*/ 494039 h 698564"/>
                  <a:gd name="connsiteX21" fmla="*/ 386940 w 670234"/>
                  <a:gd name="connsiteY21" fmla="*/ 242528 h 698564"/>
                  <a:gd name="connsiteX22" fmla="*/ 385558 w 670234"/>
                  <a:gd name="connsiteY22" fmla="*/ 201070 h 698564"/>
                  <a:gd name="connsiteX23" fmla="*/ 309552 w 670234"/>
                  <a:gd name="connsiteY23" fmla="*/ 187251 h 698564"/>
                  <a:gd name="connsiteX24" fmla="*/ 248747 w 670234"/>
                  <a:gd name="connsiteY24" fmla="*/ 187251 h 698564"/>
                  <a:gd name="connsiteX25" fmla="*/ 248747 w 670234"/>
                  <a:gd name="connsiteY25" fmla="*/ 221799 h 698564"/>
                  <a:gd name="connsiteX26" fmla="*/ 248747 w 670234"/>
                  <a:gd name="connsiteY26" fmla="*/ 256347 h 698564"/>
                  <a:gd name="connsiteX27" fmla="*/ 310934 w 670234"/>
                  <a:gd name="connsiteY27" fmla="*/ 256347 h 698564"/>
                  <a:gd name="connsiteX28" fmla="*/ 386940 w 670234"/>
                  <a:gd name="connsiteY28" fmla="*/ 242528 h 698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70234" h="698564">
                    <a:moveTo>
                      <a:pt x="0" y="348937"/>
                    </a:moveTo>
                    <a:lnTo>
                      <a:pt x="0" y="0"/>
                    </a:lnTo>
                    <a:lnTo>
                      <a:pt x="261184" y="2073"/>
                    </a:lnTo>
                    <a:cubicBezTo>
                      <a:pt x="518223" y="4146"/>
                      <a:pt x="522368" y="4146"/>
                      <a:pt x="557607" y="20729"/>
                    </a:cubicBezTo>
                    <a:cubicBezTo>
                      <a:pt x="602520" y="40767"/>
                      <a:pt x="639141" y="80152"/>
                      <a:pt x="650197" y="119537"/>
                    </a:cubicBezTo>
                    <a:cubicBezTo>
                      <a:pt x="661944" y="164449"/>
                      <a:pt x="655034" y="253583"/>
                      <a:pt x="637068" y="288822"/>
                    </a:cubicBezTo>
                    <a:cubicBezTo>
                      <a:pt x="628777" y="304715"/>
                      <a:pt x="615649" y="321298"/>
                      <a:pt x="608048" y="325444"/>
                    </a:cubicBezTo>
                    <a:cubicBezTo>
                      <a:pt x="594920" y="332353"/>
                      <a:pt x="595610" y="333735"/>
                      <a:pt x="619794" y="355156"/>
                    </a:cubicBezTo>
                    <a:cubicBezTo>
                      <a:pt x="658489" y="389012"/>
                      <a:pt x="670235" y="421488"/>
                      <a:pt x="670235" y="498185"/>
                    </a:cubicBezTo>
                    <a:cubicBezTo>
                      <a:pt x="670235" y="579719"/>
                      <a:pt x="652961" y="623940"/>
                      <a:pt x="607357" y="657106"/>
                    </a:cubicBezTo>
                    <a:cubicBezTo>
                      <a:pt x="552771" y="696491"/>
                      <a:pt x="534806" y="698564"/>
                      <a:pt x="254275" y="698564"/>
                    </a:cubicBezTo>
                    <a:lnTo>
                      <a:pt x="0" y="698564"/>
                    </a:lnTo>
                    <a:lnTo>
                      <a:pt x="0" y="348937"/>
                    </a:lnTo>
                    <a:close/>
                    <a:moveTo>
                      <a:pt x="399377" y="494039"/>
                    </a:moveTo>
                    <a:cubicBezTo>
                      <a:pt x="417342" y="481601"/>
                      <a:pt x="418724" y="465710"/>
                      <a:pt x="402832" y="448436"/>
                    </a:cubicBezTo>
                    <a:cubicBezTo>
                      <a:pt x="393159" y="438071"/>
                      <a:pt x="380721" y="435998"/>
                      <a:pt x="319916" y="435998"/>
                    </a:cubicBezTo>
                    <a:lnTo>
                      <a:pt x="248747" y="435998"/>
                    </a:lnTo>
                    <a:lnTo>
                      <a:pt x="248747" y="470546"/>
                    </a:lnTo>
                    <a:lnTo>
                      <a:pt x="248747" y="505094"/>
                    </a:lnTo>
                    <a:lnTo>
                      <a:pt x="316461" y="505094"/>
                    </a:lnTo>
                    <a:cubicBezTo>
                      <a:pt x="366211" y="505094"/>
                      <a:pt x="387630" y="502330"/>
                      <a:pt x="399377" y="494039"/>
                    </a:cubicBezTo>
                    <a:close/>
                    <a:moveTo>
                      <a:pt x="386940" y="242528"/>
                    </a:moveTo>
                    <a:cubicBezTo>
                      <a:pt x="404214" y="225254"/>
                      <a:pt x="404214" y="219035"/>
                      <a:pt x="385558" y="201070"/>
                    </a:cubicBezTo>
                    <a:cubicBezTo>
                      <a:pt x="373120" y="189324"/>
                      <a:pt x="361374" y="187251"/>
                      <a:pt x="309552" y="187251"/>
                    </a:cubicBezTo>
                    <a:lnTo>
                      <a:pt x="248747" y="187251"/>
                    </a:lnTo>
                    <a:lnTo>
                      <a:pt x="248747" y="221799"/>
                    </a:lnTo>
                    <a:lnTo>
                      <a:pt x="248747" y="256347"/>
                    </a:lnTo>
                    <a:lnTo>
                      <a:pt x="310934" y="256347"/>
                    </a:lnTo>
                    <a:cubicBezTo>
                      <a:pt x="364138" y="256347"/>
                      <a:pt x="375193" y="254274"/>
                      <a:pt x="386940" y="242528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xmlns="" id="{2462C5C4-674F-7045-E681-39182E34E5E1}"/>
                  </a:ext>
                </a:extLst>
              </p:cNvPr>
              <p:cNvSpPr/>
              <p:nvPr/>
            </p:nvSpPr>
            <p:spPr>
              <a:xfrm>
                <a:off x="10973032" y="6881998"/>
                <a:ext cx="690963" cy="697873"/>
              </a:xfrm>
              <a:custGeom>
                <a:avLst/>
                <a:gdLst>
                  <a:gd name="connsiteX0" fmla="*/ 0 w 690963"/>
                  <a:gd name="connsiteY0" fmla="*/ 348937 h 697873"/>
                  <a:gd name="connsiteX1" fmla="*/ 0 w 690963"/>
                  <a:gd name="connsiteY1" fmla="*/ 0 h 697873"/>
                  <a:gd name="connsiteX2" fmla="*/ 124373 w 690963"/>
                  <a:gd name="connsiteY2" fmla="*/ 0 h 697873"/>
                  <a:gd name="connsiteX3" fmla="*/ 248747 w 690963"/>
                  <a:gd name="connsiteY3" fmla="*/ 0 h 697873"/>
                  <a:gd name="connsiteX4" fmla="*/ 248747 w 690963"/>
                  <a:gd name="connsiteY4" fmla="*/ 120919 h 697873"/>
                  <a:gd name="connsiteX5" fmla="*/ 248747 w 690963"/>
                  <a:gd name="connsiteY5" fmla="*/ 241837 h 697873"/>
                  <a:gd name="connsiteX6" fmla="*/ 345482 w 690963"/>
                  <a:gd name="connsiteY6" fmla="*/ 241837 h 697873"/>
                  <a:gd name="connsiteX7" fmla="*/ 442217 w 690963"/>
                  <a:gd name="connsiteY7" fmla="*/ 241837 h 697873"/>
                  <a:gd name="connsiteX8" fmla="*/ 442217 w 690963"/>
                  <a:gd name="connsiteY8" fmla="*/ 120919 h 697873"/>
                  <a:gd name="connsiteX9" fmla="*/ 442217 w 690963"/>
                  <a:gd name="connsiteY9" fmla="*/ 0 h 697873"/>
                  <a:gd name="connsiteX10" fmla="*/ 566590 w 690963"/>
                  <a:gd name="connsiteY10" fmla="*/ 0 h 697873"/>
                  <a:gd name="connsiteX11" fmla="*/ 690964 w 690963"/>
                  <a:gd name="connsiteY11" fmla="*/ 0 h 697873"/>
                  <a:gd name="connsiteX12" fmla="*/ 690964 w 690963"/>
                  <a:gd name="connsiteY12" fmla="*/ 348937 h 697873"/>
                  <a:gd name="connsiteX13" fmla="*/ 690964 w 690963"/>
                  <a:gd name="connsiteY13" fmla="*/ 697873 h 697873"/>
                  <a:gd name="connsiteX14" fmla="*/ 566590 w 690963"/>
                  <a:gd name="connsiteY14" fmla="*/ 697873 h 697873"/>
                  <a:gd name="connsiteX15" fmla="*/ 442217 w 690963"/>
                  <a:gd name="connsiteY15" fmla="*/ 697873 h 697873"/>
                  <a:gd name="connsiteX16" fmla="*/ 442217 w 690963"/>
                  <a:gd name="connsiteY16" fmla="*/ 573500 h 697873"/>
                  <a:gd name="connsiteX17" fmla="*/ 442217 w 690963"/>
                  <a:gd name="connsiteY17" fmla="*/ 449126 h 697873"/>
                  <a:gd name="connsiteX18" fmla="*/ 345482 w 690963"/>
                  <a:gd name="connsiteY18" fmla="*/ 449126 h 697873"/>
                  <a:gd name="connsiteX19" fmla="*/ 248747 w 690963"/>
                  <a:gd name="connsiteY19" fmla="*/ 449126 h 697873"/>
                  <a:gd name="connsiteX20" fmla="*/ 248747 w 690963"/>
                  <a:gd name="connsiteY20" fmla="*/ 573500 h 697873"/>
                  <a:gd name="connsiteX21" fmla="*/ 248747 w 690963"/>
                  <a:gd name="connsiteY21" fmla="*/ 697873 h 697873"/>
                  <a:gd name="connsiteX22" fmla="*/ 124373 w 690963"/>
                  <a:gd name="connsiteY22" fmla="*/ 697873 h 697873"/>
                  <a:gd name="connsiteX23" fmla="*/ 0 w 690963"/>
                  <a:gd name="connsiteY23" fmla="*/ 697873 h 697873"/>
                  <a:gd name="connsiteX24" fmla="*/ 0 w 690963"/>
                  <a:gd name="connsiteY24" fmla="*/ 348937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90963" h="697873">
                    <a:moveTo>
                      <a:pt x="0" y="348937"/>
                    </a:moveTo>
                    <a:lnTo>
                      <a:pt x="0" y="0"/>
                    </a:lnTo>
                    <a:lnTo>
                      <a:pt x="124373" y="0"/>
                    </a:lnTo>
                    <a:lnTo>
                      <a:pt x="248747" y="0"/>
                    </a:lnTo>
                    <a:lnTo>
                      <a:pt x="248747" y="120919"/>
                    </a:lnTo>
                    <a:lnTo>
                      <a:pt x="248747" y="241837"/>
                    </a:lnTo>
                    <a:lnTo>
                      <a:pt x="345482" y="241837"/>
                    </a:lnTo>
                    <a:lnTo>
                      <a:pt x="442217" y="241837"/>
                    </a:lnTo>
                    <a:lnTo>
                      <a:pt x="442217" y="120919"/>
                    </a:lnTo>
                    <a:lnTo>
                      <a:pt x="442217" y="0"/>
                    </a:lnTo>
                    <a:lnTo>
                      <a:pt x="566590" y="0"/>
                    </a:lnTo>
                    <a:lnTo>
                      <a:pt x="690964" y="0"/>
                    </a:lnTo>
                    <a:lnTo>
                      <a:pt x="690964" y="348937"/>
                    </a:lnTo>
                    <a:lnTo>
                      <a:pt x="690964" y="697873"/>
                    </a:lnTo>
                    <a:lnTo>
                      <a:pt x="566590" y="697873"/>
                    </a:lnTo>
                    <a:lnTo>
                      <a:pt x="442217" y="697873"/>
                    </a:lnTo>
                    <a:lnTo>
                      <a:pt x="442217" y="573500"/>
                    </a:lnTo>
                    <a:lnTo>
                      <a:pt x="442217" y="449126"/>
                    </a:lnTo>
                    <a:lnTo>
                      <a:pt x="345482" y="449126"/>
                    </a:lnTo>
                    <a:lnTo>
                      <a:pt x="248747" y="449126"/>
                    </a:lnTo>
                    <a:lnTo>
                      <a:pt x="248747" y="573500"/>
                    </a:lnTo>
                    <a:lnTo>
                      <a:pt x="248747" y="697873"/>
                    </a:lnTo>
                    <a:lnTo>
                      <a:pt x="124373" y="697873"/>
                    </a:lnTo>
                    <a:lnTo>
                      <a:pt x="0" y="697873"/>
                    </a:lnTo>
                    <a:lnTo>
                      <a:pt x="0" y="348937"/>
                    </a:ln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xmlns="" id="{BE1C5206-5EB1-CAAE-5588-25A8372000DB}"/>
                  </a:ext>
                </a:extLst>
              </p:cNvPr>
              <p:cNvSpPr/>
              <p:nvPr/>
            </p:nvSpPr>
            <p:spPr>
              <a:xfrm>
                <a:off x="11809099" y="6881998"/>
                <a:ext cx="760060" cy="697873"/>
              </a:xfrm>
              <a:custGeom>
                <a:avLst/>
                <a:gdLst>
                  <a:gd name="connsiteX0" fmla="*/ 0 w 760060"/>
                  <a:gd name="connsiteY0" fmla="*/ 676454 h 697873"/>
                  <a:gd name="connsiteX1" fmla="*/ 231473 w 760060"/>
                  <a:gd name="connsiteY1" fmla="*/ 22802 h 697873"/>
                  <a:gd name="connsiteX2" fmla="*/ 241147 w 760060"/>
                  <a:gd name="connsiteY2" fmla="*/ 0 h 697873"/>
                  <a:gd name="connsiteX3" fmla="*/ 382103 w 760060"/>
                  <a:gd name="connsiteY3" fmla="*/ 0 h 697873"/>
                  <a:gd name="connsiteX4" fmla="*/ 523059 w 760060"/>
                  <a:gd name="connsiteY4" fmla="*/ 0 h 697873"/>
                  <a:gd name="connsiteX5" fmla="*/ 641905 w 760060"/>
                  <a:gd name="connsiteY5" fmla="*/ 326826 h 697873"/>
                  <a:gd name="connsiteX6" fmla="*/ 760060 w 760060"/>
                  <a:gd name="connsiteY6" fmla="*/ 675763 h 697873"/>
                  <a:gd name="connsiteX7" fmla="*/ 760060 w 760060"/>
                  <a:gd name="connsiteY7" fmla="*/ 697873 h 697873"/>
                  <a:gd name="connsiteX8" fmla="*/ 629468 w 760060"/>
                  <a:gd name="connsiteY8" fmla="*/ 697873 h 697873"/>
                  <a:gd name="connsiteX9" fmla="*/ 498875 w 760060"/>
                  <a:gd name="connsiteY9" fmla="*/ 697873 h 697873"/>
                  <a:gd name="connsiteX10" fmla="*/ 485748 w 760060"/>
                  <a:gd name="connsiteY10" fmla="*/ 655034 h 697873"/>
                  <a:gd name="connsiteX11" fmla="*/ 472619 w 760060"/>
                  <a:gd name="connsiteY11" fmla="*/ 611503 h 697873"/>
                  <a:gd name="connsiteX12" fmla="*/ 376575 w 760060"/>
                  <a:gd name="connsiteY12" fmla="*/ 611503 h 697873"/>
                  <a:gd name="connsiteX13" fmla="*/ 280531 w 760060"/>
                  <a:gd name="connsiteY13" fmla="*/ 611503 h 697873"/>
                  <a:gd name="connsiteX14" fmla="*/ 268094 w 760060"/>
                  <a:gd name="connsiteY14" fmla="*/ 655034 h 697873"/>
                  <a:gd name="connsiteX15" fmla="*/ 254966 w 760060"/>
                  <a:gd name="connsiteY15" fmla="*/ 697873 h 697873"/>
                  <a:gd name="connsiteX16" fmla="*/ 127828 w 760060"/>
                  <a:gd name="connsiteY16" fmla="*/ 697873 h 697873"/>
                  <a:gd name="connsiteX17" fmla="*/ 0 w 760060"/>
                  <a:gd name="connsiteY17" fmla="*/ 697873 h 697873"/>
                  <a:gd name="connsiteX18" fmla="*/ 0 w 760060"/>
                  <a:gd name="connsiteY18" fmla="*/ 676454 h 697873"/>
                  <a:gd name="connsiteX19" fmla="*/ 413887 w 760060"/>
                  <a:gd name="connsiteY19" fmla="*/ 409742 h 697873"/>
                  <a:gd name="connsiteX20" fmla="*/ 395231 w 760060"/>
                  <a:gd name="connsiteY20" fmla="*/ 346863 h 697873"/>
                  <a:gd name="connsiteX21" fmla="*/ 376575 w 760060"/>
                  <a:gd name="connsiteY21" fmla="*/ 289514 h 697873"/>
                  <a:gd name="connsiteX22" fmla="*/ 358610 w 760060"/>
                  <a:gd name="connsiteY22" fmla="*/ 351701 h 697873"/>
                  <a:gd name="connsiteX23" fmla="*/ 339954 w 760060"/>
                  <a:gd name="connsiteY23" fmla="*/ 414578 h 697873"/>
                  <a:gd name="connsiteX24" fmla="*/ 377266 w 760060"/>
                  <a:gd name="connsiteY24" fmla="*/ 414578 h 697873"/>
                  <a:gd name="connsiteX25" fmla="*/ 413887 w 760060"/>
                  <a:gd name="connsiteY25" fmla="*/ 409742 h 697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60060" h="697873">
                    <a:moveTo>
                      <a:pt x="0" y="676454"/>
                    </a:moveTo>
                    <a:cubicBezTo>
                      <a:pt x="0" y="659870"/>
                      <a:pt x="192088" y="118846"/>
                      <a:pt x="231473" y="22802"/>
                    </a:cubicBezTo>
                    <a:lnTo>
                      <a:pt x="241147" y="0"/>
                    </a:lnTo>
                    <a:lnTo>
                      <a:pt x="382103" y="0"/>
                    </a:lnTo>
                    <a:lnTo>
                      <a:pt x="523059" y="0"/>
                    </a:lnTo>
                    <a:lnTo>
                      <a:pt x="641905" y="326826"/>
                    </a:lnTo>
                    <a:cubicBezTo>
                      <a:pt x="706856" y="505785"/>
                      <a:pt x="760060" y="663325"/>
                      <a:pt x="760060" y="675763"/>
                    </a:cubicBezTo>
                    <a:lnTo>
                      <a:pt x="760060" y="697873"/>
                    </a:lnTo>
                    <a:lnTo>
                      <a:pt x="629468" y="697873"/>
                    </a:lnTo>
                    <a:lnTo>
                      <a:pt x="498875" y="697873"/>
                    </a:lnTo>
                    <a:lnTo>
                      <a:pt x="485748" y="655034"/>
                    </a:lnTo>
                    <a:lnTo>
                      <a:pt x="472619" y="611503"/>
                    </a:lnTo>
                    <a:lnTo>
                      <a:pt x="376575" y="611503"/>
                    </a:lnTo>
                    <a:lnTo>
                      <a:pt x="280531" y="611503"/>
                    </a:lnTo>
                    <a:lnTo>
                      <a:pt x="268094" y="655034"/>
                    </a:lnTo>
                    <a:lnTo>
                      <a:pt x="254966" y="697873"/>
                    </a:lnTo>
                    <a:lnTo>
                      <a:pt x="127828" y="697873"/>
                    </a:lnTo>
                    <a:lnTo>
                      <a:pt x="0" y="697873"/>
                    </a:lnTo>
                    <a:lnTo>
                      <a:pt x="0" y="676454"/>
                    </a:lnTo>
                    <a:close/>
                    <a:moveTo>
                      <a:pt x="413887" y="409742"/>
                    </a:moveTo>
                    <a:cubicBezTo>
                      <a:pt x="413887" y="406287"/>
                      <a:pt x="404905" y="378648"/>
                      <a:pt x="395231" y="346863"/>
                    </a:cubicBezTo>
                    <a:lnTo>
                      <a:pt x="376575" y="289514"/>
                    </a:lnTo>
                    <a:lnTo>
                      <a:pt x="358610" y="351701"/>
                    </a:lnTo>
                    <a:lnTo>
                      <a:pt x="339954" y="414578"/>
                    </a:lnTo>
                    <a:lnTo>
                      <a:pt x="377266" y="414578"/>
                    </a:lnTo>
                    <a:cubicBezTo>
                      <a:pt x="397995" y="414578"/>
                      <a:pt x="414578" y="412505"/>
                      <a:pt x="413887" y="409742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xmlns="" id="{BD5B1675-28FF-0B0F-5EEA-05020B717A1C}"/>
                  </a:ext>
                </a:extLst>
              </p:cNvPr>
              <p:cNvSpPr/>
              <p:nvPr/>
            </p:nvSpPr>
            <p:spPr>
              <a:xfrm>
                <a:off x="7735867" y="2702530"/>
                <a:ext cx="2898816" cy="3453956"/>
              </a:xfrm>
              <a:custGeom>
                <a:avLst/>
                <a:gdLst>
                  <a:gd name="connsiteX0" fmla="*/ 801518 w 2898816"/>
                  <a:gd name="connsiteY0" fmla="*/ 3447047 h 3453956"/>
                  <a:gd name="connsiteX1" fmla="*/ 398686 w 2898816"/>
                  <a:gd name="connsiteY1" fmla="*/ 3440137 h 3453956"/>
                  <a:gd name="connsiteX2" fmla="*/ 0 w 2898816"/>
                  <a:gd name="connsiteY2" fmla="*/ 3440137 h 3453956"/>
                  <a:gd name="connsiteX3" fmla="*/ 0 w 2898816"/>
                  <a:gd name="connsiteY3" fmla="*/ 1721019 h 3453956"/>
                  <a:gd name="connsiteX4" fmla="*/ 0 w 2898816"/>
                  <a:gd name="connsiteY4" fmla="*/ 2592 h 3453956"/>
                  <a:gd name="connsiteX5" fmla="*/ 856795 w 2898816"/>
                  <a:gd name="connsiteY5" fmla="*/ 520 h 3453956"/>
                  <a:gd name="connsiteX6" fmla="*/ 1996194 w 2898816"/>
                  <a:gd name="connsiteY6" fmla="*/ 23321 h 3453956"/>
                  <a:gd name="connsiteX7" fmla="*/ 2698213 w 2898816"/>
                  <a:gd name="connsiteY7" fmla="*/ 483503 h 3453956"/>
                  <a:gd name="connsiteX8" fmla="*/ 2888228 w 2898816"/>
                  <a:gd name="connsiteY8" fmla="*/ 970632 h 3453956"/>
                  <a:gd name="connsiteX9" fmla="*/ 2885464 w 2898816"/>
                  <a:gd name="connsiteY9" fmla="*/ 1415613 h 3453956"/>
                  <a:gd name="connsiteX10" fmla="*/ 2508198 w 2898816"/>
                  <a:gd name="connsiteY10" fmla="*/ 2096903 h 3453956"/>
                  <a:gd name="connsiteX11" fmla="*/ 1982375 w 2898816"/>
                  <a:gd name="connsiteY11" fmla="*/ 2320776 h 3453956"/>
                  <a:gd name="connsiteX12" fmla="*/ 1372254 w 2898816"/>
                  <a:gd name="connsiteY12" fmla="*/ 2338741 h 3453956"/>
                  <a:gd name="connsiteX13" fmla="*/ 1350834 w 2898816"/>
                  <a:gd name="connsiteY13" fmla="*/ 2168764 h 3453956"/>
                  <a:gd name="connsiteX14" fmla="*/ 1350834 w 2898816"/>
                  <a:gd name="connsiteY14" fmla="*/ 2023661 h 3453956"/>
                  <a:gd name="connsiteX15" fmla="*/ 1357053 w 2898816"/>
                  <a:gd name="connsiteY15" fmla="*/ 1941436 h 3453956"/>
                  <a:gd name="connsiteX16" fmla="*/ 1617546 w 2898816"/>
                  <a:gd name="connsiteY16" fmla="*/ 1935909 h 3453956"/>
                  <a:gd name="connsiteX17" fmla="*/ 1865602 w 2898816"/>
                  <a:gd name="connsiteY17" fmla="*/ 1936600 h 3453956"/>
                  <a:gd name="connsiteX18" fmla="*/ 1927789 w 2898816"/>
                  <a:gd name="connsiteY18" fmla="*/ 1917944 h 3453956"/>
                  <a:gd name="connsiteX19" fmla="*/ 2385207 w 2898816"/>
                  <a:gd name="connsiteY19" fmla="*/ 1567625 h 3453956"/>
                  <a:gd name="connsiteX20" fmla="*/ 2484015 w 2898816"/>
                  <a:gd name="connsiteY20" fmla="*/ 1168248 h 3453956"/>
                  <a:gd name="connsiteX21" fmla="*/ 2449467 w 2898816"/>
                  <a:gd name="connsiteY21" fmla="*/ 927102 h 3453956"/>
                  <a:gd name="connsiteX22" fmla="*/ 2343058 w 2898816"/>
                  <a:gd name="connsiteY22" fmla="*/ 719122 h 3453956"/>
                  <a:gd name="connsiteX23" fmla="*/ 1918806 w 2898816"/>
                  <a:gd name="connsiteY23" fmla="*/ 450337 h 3453956"/>
                  <a:gd name="connsiteX24" fmla="*/ 1844873 w 2898816"/>
                  <a:gd name="connsiteY24" fmla="*/ 432372 h 3453956"/>
                  <a:gd name="connsiteX25" fmla="*/ 1143545 w 2898816"/>
                  <a:gd name="connsiteY25" fmla="*/ 434445 h 3453956"/>
                  <a:gd name="connsiteX26" fmla="*/ 437380 w 2898816"/>
                  <a:gd name="connsiteY26" fmla="*/ 439282 h 3453956"/>
                  <a:gd name="connsiteX27" fmla="*/ 438071 w 2898816"/>
                  <a:gd name="connsiteY27" fmla="*/ 2934352 h 3453956"/>
                  <a:gd name="connsiteX28" fmla="*/ 438762 w 2898816"/>
                  <a:gd name="connsiteY28" fmla="*/ 3046288 h 3453956"/>
                  <a:gd name="connsiteX29" fmla="*/ 565208 w 2898816"/>
                  <a:gd name="connsiteY29" fmla="*/ 3046288 h 3453956"/>
                  <a:gd name="connsiteX30" fmla="*/ 690964 w 2898816"/>
                  <a:gd name="connsiteY30" fmla="*/ 3046288 h 3453956"/>
                  <a:gd name="connsiteX31" fmla="*/ 689582 w 2898816"/>
                  <a:gd name="connsiteY31" fmla="*/ 2971664 h 3453956"/>
                  <a:gd name="connsiteX32" fmla="*/ 683363 w 2898816"/>
                  <a:gd name="connsiteY32" fmla="*/ 748142 h 3453956"/>
                  <a:gd name="connsiteX33" fmla="*/ 782862 w 2898816"/>
                  <a:gd name="connsiteY33" fmla="*/ 752979 h 3453956"/>
                  <a:gd name="connsiteX34" fmla="*/ 925891 w 2898816"/>
                  <a:gd name="connsiteY34" fmla="*/ 829676 h 3453956"/>
                  <a:gd name="connsiteX35" fmla="*/ 1050265 w 2898816"/>
                  <a:gd name="connsiteY35" fmla="*/ 897390 h 3453956"/>
                  <a:gd name="connsiteX36" fmla="*/ 1216096 w 2898816"/>
                  <a:gd name="connsiteY36" fmla="*/ 983761 h 3453956"/>
                  <a:gd name="connsiteX37" fmla="*/ 1422003 w 2898816"/>
                  <a:gd name="connsiteY37" fmla="*/ 1091551 h 3453956"/>
                  <a:gd name="connsiteX38" fmla="*/ 1487645 w 2898816"/>
                  <a:gd name="connsiteY38" fmla="*/ 1125409 h 3453956"/>
                  <a:gd name="connsiteX39" fmla="*/ 1518738 w 2898816"/>
                  <a:gd name="connsiteY39" fmla="*/ 1142683 h 3453956"/>
                  <a:gd name="connsiteX40" fmla="*/ 1544304 w 2898816"/>
                  <a:gd name="connsiteY40" fmla="*/ 1188977 h 3453956"/>
                  <a:gd name="connsiteX41" fmla="*/ 1544304 w 2898816"/>
                  <a:gd name="connsiteY41" fmla="*/ 1217307 h 3453956"/>
                  <a:gd name="connsiteX42" fmla="*/ 1466225 w 2898816"/>
                  <a:gd name="connsiteY42" fmla="*/ 1213852 h 3453956"/>
                  <a:gd name="connsiteX43" fmla="*/ 1288647 w 2898816"/>
                  <a:gd name="connsiteY43" fmla="*/ 1170321 h 3453956"/>
                  <a:gd name="connsiteX44" fmla="*/ 1149073 w 2898816"/>
                  <a:gd name="connsiteY44" fmla="*/ 1110207 h 3453956"/>
                  <a:gd name="connsiteX45" fmla="*/ 1108997 w 2898816"/>
                  <a:gd name="connsiteY45" fmla="*/ 1090860 h 3453956"/>
                  <a:gd name="connsiteX46" fmla="*/ 1108997 w 2898816"/>
                  <a:gd name="connsiteY46" fmla="*/ 2265499 h 3453956"/>
                  <a:gd name="connsiteX47" fmla="*/ 1108997 w 2898816"/>
                  <a:gd name="connsiteY47" fmla="*/ 3440137 h 3453956"/>
                  <a:gd name="connsiteX48" fmla="*/ 994988 w 2898816"/>
                  <a:gd name="connsiteY48" fmla="*/ 3440137 h 3453956"/>
                  <a:gd name="connsiteX49" fmla="*/ 880979 w 2898816"/>
                  <a:gd name="connsiteY49" fmla="*/ 3447047 h 3453956"/>
                  <a:gd name="connsiteX50" fmla="*/ 843667 w 2898816"/>
                  <a:gd name="connsiteY50" fmla="*/ 3453956 h 3453956"/>
                  <a:gd name="connsiteX51" fmla="*/ 801518 w 2898816"/>
                  <a:gd name="connsiteY51" fmla="*/ 3447047 h 3453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2898816" h="3453956">
                    <a:moveTo>
                      <a:pt x="801518" y="3447047"/>
                    </a:moveTo>
                    <a:cubicBezTo>
                      <a:pt x="798754" y="3442901"/>
                      <a:pt x="657106" y="3440137"/>
                      <a:pt x="398686" y="3440137"/>
                    </a:cubicBezTo>
                    <a:lnTo>
                      <a:pt x="0" y="3440137"/>
                    </a:lnTo>
                    <a:lnTo>
                      <a:pt x="0" y="1721019"/>
                    </a:lnTo>
                    <a:lnTo>
                      <a:pt x="0" y="2592"/>
                    </a:lnTo>
                    <a:lnTo>
                      <a:pt x="856795" y="520"/>
                    </a:lnTo>
                    <a:cubicBezTo>
                      <a:pt x="1719809" y="-1553"/>
                      <a:pt x="1884949" y="1901"/>
                      <a:pt x="1996194" y="23321"/>
                    </a:cubicBezTo>
                    <a:cubicBezTo>
                      <a:pt x="2294000" y="80671"/>
                      <a:pt x="2533764" y="238211"/>
                      <a:pt x="2698213" y="483503"/>
                    </a:cubicBezTo>
                    <a:cubicBezTo>
                      <a:pt x="2803931" y="641734"/>
                      <a:pt x="2863354" y="794437"/>
                      <a:pt x="2888228" y="970632"/>
                    </a:cubicBezTo>
                    <a:cubicBezTo>
                      <a:pt x="2903430" y="1079805"/>
                      <a:pt x="2902048" y="1313351"/>
                      <a:pt x="2885464" y="1415613"/>
                    </a:cubicBezTo>
                    <a:cubicBezTo>
                      <a:pt x="2838479" y="1703745"/>
                      <a:pt x="2718252" y="1920708"/>
                      <a:pt x="2508198" y="2096903"/>
                    </a:cubicBezTo>
                    <a:cubicBezTo>
                      <a:pt x="2354114" y="2226805"/>
                      <a:pt x="2211775" y="2286918"/>
                      <a:pt x="1982375" y="2320776"/>
                    </a:cubicBezTo>
                    <a:cubicBezTo>
                      <a:pt x="1864220" y="2338741"/>
                      <a:pt x="1400584" y="2351869"/>
                      <a:pt x="1372254" y="2338741"/>
                    </a:cubicBezTo>
                    <a:cubicBezTo>
                      <a:pt x="1346689" y="2326995"/>
                      <a:pt x="1343925" y="2302120"/>
                      <a:pt x="1350834" y="2168764"/>
                    </a:cubicBezTo>
                    <a:cubicBezTo>
                      <a:pt x="1355671" y="2087921"/>
                      <a:pt x="1355671" y="2040245"/>
                      <a:pt x="1350834" y="2023661"/>
                    </a:cubicBezTo>
                    <a:cubicBezTo>
                      <a:pt x="1339779" y="1984276"/>
                      <a:pt x="1341852" y="1949037"/>
                      <a:pt x="1357053" y="1941436"/>
                    </a:cubicBezTo>
                    <a:cubicBezTo>
                      <a:pt x="1364653" y="1936600"/>
                      <a:pt x="1463461" y="1934527"/>
                      <a:pt x="1617546" y="1935909"/>
                    </a:cubicBezTo>
                    <a:lnTo>
                      <a:pt x="1865602" y="1936600"/>
                    </a:lnTo>
                    <a:lnTo>
                      <a:pt x="1927789" y="1917944"/>
                    </a:lnTo>
                    <a:cubicBezTo>
                      <a:pt x="2127478" y="1855757"/>
                      <a:pt x="2281562" y="1738293"/>
                      <a:pt x="2385207" y="1567625"/>
                    </a:cubicBezTo>
                    <a:cubicBezTo>
                      <a:pt x="2450849" y="1459835"/>
                      <a:pt x="2484015" y="1327170"/>
                      <a:pt x="2484015" y="1168248"/>
                    </a:cubicBezTo>
                    <a:cubicBezTo>
                      <a:pt x="2484015" y="1065295"/>
                      <a:pt x="2473650" y="993435"/>
                      <a:pt x="2449467" y="927102"/>
                    </a:cubicBezTo>
                    <a:cubicBezTo>
                      <a:pt x="2428047" y="869752"/>
                      <a:pt x="2378297" y="771635"/>
                      <a:pt x="2343058" y="719122"/>
                    </a:cubicBezTo>
                    <a:cubicBezTo>
                      <a:pt x="2261524" y="596130"/>
                      <a:pt x="2100530" y="494559"/>
                      <a:pt x="1918806" y="450337"/>
                    </a:cubicBezTo>
                    <a:lnTo>
                      <a:pt x="1844873" y="432372"/>
                    </a:lnTo>
                    <a:lnTo>
                      <a:pt x="1143545" y="434445"/>
                    </a:lnTo>
                    <a:cubicBezTo>
                      <a:pt x="757987" y="435136"/>
                      <a:pt x="440144" y="437209"/>
                      <a:pt x="437380" y="439282"/>
                    </a:cubicBezTo>
                    <a:cubicBezTo>
                      <a:pt x="433234" y="441354"/>
                      <a:pt x="433925" y="2165309"/>
                      <a:pt x="438071" y="2934352"/>
                    </a:cubicBezTo>
                    <a:lnTo>
                      <a:pt x="438762" y="3046288"/>
                    </a:lnTo>
                    <a:lnTo>
                      <a:pt x="565208" y="3046288"/>
                    </a:lnTo>
                    <a:lnTo>
                      <a:pt x="690964" y="3046288"/>
                    </a:lnTo>
                    <a:lnTo>
                      <a:pt x="689582" y="2971664"/>
                    </a:lnTo>
                    <a:cubicBezTo>
                      <a:pt x="685436" y="2684223"/>
                      <a:pt x="680599" y="761271"/>
                      <a:pt x="683363" y="748142"/>
                    </a:cubicBezTo>
                    <a:cubicBezTo>
                      <a:pt x="689582" y="723268"/>
                      <a:pt x="731731" y="725341"/>
                      <a:pt x="782862" y="752979"/>
                    </a:cubicBezTo>
                    <a:cubicBezTo>
                      <a:pt x="804282" y="764725"/>
                      <a:pt x="869232" y="799274"/>
                      <a:pt x="925891" y="829676"/>
                    </a:cubicBezTo>
                    <a:cubicBezTo>
                      <a:pt x="983241" y="860078"/>
                      <a:pt x="1039210" y="890481"/>
                      <a:pt x="1050265" y="897390"/>
                    </a:cubicBezTo>
                    <a:cubicBezTo>
                      <a:pt x="1062011" y="903609"/>
                      <a:pt x="1136635" y="942994"/>
                      <a:pt x="1216096" y="983761"/>
                    </a:cubicBezTo>
                    <a:cubicBezTo>
                      <a:pt x="1296248" y="1024528"/>
                      <a:pt x="1388146" y="1073586"/>
                      <a:pt x="1422003" y="1091551"/>
                    </a:cubicBezTo>
                    <a:cubicBezTo>
                      <a:pt x="1455169" y="1110207"/>
                      <a:pt x="1484190" y="1125409"/>
                      <a:pt x="1487645" y="1125409"/>
                    </a:cubicBezTo>
                    <a:cubicBezTo>
                      <a:pt x="1490409" y="1125409"/>
                      <a:pt x="1504228" y="1133009"/>
                      <a:pt x="1518738" y="1142683"/>
                    </a:cubicBezTo>
                    <a:cubicBezTo>
                      <a:pt x="1541540" y="1158575"/>
                      <a:pt x="1544304" y="1164102"/>
                      <a:pt x="1544304" y="1188977"/>
                    </a:cubicBezTo>
                    <a:lnTo>
                      <a:pt x="1544304" y="1217307"/>
                    </a:lnTo>
                    <a:lnTo>
                      <a:pt x="1466225" y="1213852"/>
                    </a:lnTo>
                    <a:cubicBezTo>
                      <a:pt x="1390910" y="1210397"/>
                      <a:pt x="1384692" y="1209015"/>
                      <a:pt x="1288647" y="1170321"/>
                    </a:cubicBezTo>
                    <a:cubicBezTo>
                      <a:pt x="1233370" y="1148210"/>
                      <a:pt x="1170493" y="1121263"/>
                      <a:pt x="1149073" y="1110207"/>
                    </a:cubicBezTo>
                    <a:lnTo>
                      <a:pt x="1108997" y="1090860"/>
                    </a:lnTo>
                    <a:lnTo>
                      <a:pt x="1108997" y="2265499"/>
                    </a:lnTo>
                    <a:lnTo>
                      <a:pt x="1108997" y="3440137"/>
                    </a:lnTo>
                    <a:lnTo>
                      <a:pt x="994988" y="3440137"/>
                    </a:lnTo>
                    <a:cubicBezTo>
                      <a:pt x="923819" y="3440137"/>
                      <a:pt x="880979" y="3442901"/>
                      <a:pt x="880979" y="3447047"/>
                    </a:cubicBezTo>
                    <a:cubicBezTo>
                      <a:pt x="880979" y="3451192"/>
                      <a:pt x="864395" y="3453956"/>
                      <a:pt x="843667" y="3453956"/>
                    </a:cubicBezTo>
                    <a:cubicBezTo>
                      <a:pt x="822938" y="3453956"/>
                      <a:pt x="803591" y="3451192"/>
                      <a:pt x="801518" y="3447047"/>
                    </a:cubicBezTo>
                    <a:close/>
                  </a:path>
                </a:pathLst>
              </a:custGeom>
              <a:grpFill/>
              <a:ln w="6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1132F5B4-2EB9-6FF4-28D5-3F3403D445D4}"/>
                </a:ext>
              </a:extLst>
            </p:cNvPr>
            <p:cNvSpPr/>
            <p:nvPr/>
          </p:nvSpPr>
          <p:spPr>
            <a:xfrm>
              <a:off x="5270422" y="1738070"/>
              <a:ext cx="7459818" cy="7323622"/>
            </a:xfrm>
            <a:prstGeom prst="ellipse">
              <a:avLst/>
            </a:prstGeom>
            <a:noFill/>
            <a:ln w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8067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xmlns="" id="{BD5B1675-28FF-0B0F-5EEA-05020B717A1C}"/>
              </a:ext>
            </a:extLst>
          </p:cNvPr>
          <p:cNvSpPr/>
          <p:nvPr/>
        </p:nvSpPr>
        <p:spPr>
          <a:xfrm>
            <a:off x="7610168" y="3474090"/>
            <a:ext cx="3111909" cy="3851582"/>
          </a:xfrm>
          <a:custGeom>
            <a:avLst/>
            <a:gdLst>
              <a:gd name="connsiteX0" fmla="*/ 801518 w 2898816"/>
              <a:gd name="connsiteY0" fmla="*/ 3447047 h 3453956"/>
              <a:gd name="connsiteX1" fmla="*/ 398686 w 2898816"/>
              <a:gd name="connsiteY1" fmla="*/ 3440137 h 3453956"/>
              <a:gd name="connsiteX2" fmla="*/ 0 w 2898816"/>
              <a:gd name="connsiteY2" fmla="*/ 3440137 h 3453956"/>
              <a:gd name="connsiteX3" fmla="*/ 0 w 2898816"/>
              <a:gd name="connsiteY3" fmla="*/ 1721019 h 3453956"/>
              <a:gd name="connsiteX4" fmla="*/ 0 w 2898816"/>
              <a:gd name="connsiteY4" fmla="*/ 2592 h 3453956"/>
              <a:gd name="connsiteX5" fmla="*/ 856795 w 2898816"/>
              <a:gd name="connsiteY5" fmla="*/ 520 h 3453956"/>
              <a:gd name="connsiteX6" fmla="*/ 1996194 w 2898816"/>
              <a:gd name="connsiteY6" fmla="*/ 23321 h 3453956"/>
              <a:gd name="connsiteX7" fmla="*/ 2698213 w 2898816"/>
              <a:gd name="connsiteY7" fmla="*/ 483503 h 3453956"/>
              <a:gd name="connsiteX8" fmla="*/ 2888228 w 2898816"/>
              <a:gd name="connsiteY8" fmla="*/ 970632 h 3453956"/>
              <a:gd name="connsiteX9" fmla="*/ 2885464 w 2898816"/>
              <a:gd name="connsiteY9" fmla="*/ 1415613 h 3453956"/>
              <a:gd name="connsiteX10" fmla="*/ 2508198 w 2898816"/>
              <a:gd name="connsiteY10" fmla="*/ 2096903 h 3453956"/>
              <a:gd name="connsiteX11" fmla="*/ 1982375 w 2898816"/>
              <a:gd name="connsiteY11" fmla="*/ 2320776 h 3453956"/>
              <a:gd name="connsiteX12" fmla="*/ 1372254 w 2898816"/>
              <a:gd name="connsiteY12" fmla="*/ 2338741 h 3453956"/>
              <a:gd name="connsiteX13" fmla="*/ 1350834 w 2898816"/>
              <a:gd name="connsiteY13" fmla="*/ 2168764 h 3453956"/>
              <a:gd name="connsiteX14" fmla="*/ 1350834 w 2898816"/>
              <a:gd name="connsiteY14" fmla="*/ 2023661 h 3453956"/>
              <a:gd name="connsiteX15" fmla="*/ 1357053 w 2898816"/>
              <a:gd name="connsiteY15" fmla="*/ 1941436 h 3453956"/>
              <a:gd name="connsiteX16" fmla="*/ 1617546 w 2898816"/>
              <a:gd name="connsiteY16" fmla="*/ 1935909 h 3453956"/>
              <a:gd name="connsiteX17" fmla="*/ 1865602 w 2898816"/>
              <a:gd name="connsiteY17" fmla="*/ 1936600 h 3453956"/>
              <a:gd name="connsiteX18" fmla="*/ 1927789 w 2898816"/>
              <a:gd name="connsiteY18" fmla="*/ 1917944 h 3453956"/>
              <a:gd name="connsiteX19" fmla="*/ 2385207 w 2898816"/>
              <a:gd name="connsiteY19" fmla="*/ 1567625 h 3453956"/>
              <a:gd name="connsiteX20" fmla="*/ 2484015 w 2898816"/>
              <a:gd name="connsiteY20" fmla="*/ 1168248 h 3453956"/>
              <a:gd name="connsiteX21" fmla="*/ 2449467 w 2898816"/>
              <a:gd name="connsiteY21" fmla="*/ 927102 h 3453956"/>
              <a:gd name="connsiteX22" fmla="*/ 2343058 w 2898816"/>
              <a:gd name="connsiteY22" fmla="*/ 719122 h 3453956"/>
              <a:gd name="connsiteX23" fmla="*/ 1918806 w 2898816"/>
              <a:gd name="connsiteY23" fmla="*/ 450337 h 3453956"/>
              <a:gd name="connsiteX24" fmla="*/ 1844873 w 2898816"/>
              <a:gd name="connsiteY24" fmla="*/ 432372 h 3453956"/>
              <a:gd name="connsiteX25" fmla="*/ 1143545 w 2898816"/>
              <a:gd name="connsiteY25" fmla="*/ 434445 h 3453956"/>
              <a:gd name="connsiteX26" fmla="*/ 437380 w 2898816"/>
              <a:gd name="connsiteY26" fmla="*/ 439282 h 3453956"/>
              <a:gd name="connsiteX27" fmla="*/ 438071 w 2898816"/>
              <a:gd name="connsiteY27" fmla="*/ 2934352 h 3453956"/>
              <a:gd name="connsiteX28" fmla="*/ 438762 w 2898816"/>
              <a:gd name="connsiteY28" fmla="*/ 3046288 h 3453956"/>
              <a:gd name="connsiteX29" fmla="*/ 565208 w 2898816"/>
              <a:gd name="connsiteY29" fmla="*/ 3046288 h 3453956"/>
              <a:gd name="connsiteX30" fmla="*/ 690964 w 2898816"/>
              <a:gd name="connsiteY30" fmla="*/ 3046288 h 3453956"/>
              <a:gd name="connsiteX31" fmla="*/ 689582 w 2898816"/>
              <a:gd name="connsiteY31" fmla="*/ 2971664 h 3453956"/>
              <a:gd name="connsiteX32" fmla="*/ 683363 w 2898816"/>
              <a:gd name="connsiteY32" fmla="*/ 748142 h 3453956"/>
              <a:gd name="connsiteX33" fmla="*/ 782862 w 2898816"/>
              <a:gd name="connsiteY33" fmla="*/ 752979 h 3453956"/>
              <a:gd name="connsiteX34" fmla="*/ 925891 w 2898816"/>
              <a:gd name="connsiteY34" fmla="*/ 829676 h 3453956"/>
              <a:gd name="connsiteX35" fmla="*/ 1050265 w 2898816"/>
              <a:gd name="connsiteY35" fmla="*/ 897390 h 3453956"/>
              <a:gd name="connsiteX36" fmla="*/ 1216096 w 2898816"/>
              <a:gd name="connsiteY36" fmla="*/ 983761 h 3453956"/>
              <a:gd name="connsiteX37" fmla="*/ 1422003 w 2898816"/>
              <a:gd name="connsiteY37" fmla="*/ 1091551 h 3453956"/>
              <a:gd name="connsiteX38" fmla="*/ 1487645 w 2898816"/>
              <a:gd name="connsiteY38" fmla="*/ 1125409 h 3453956"/>
              <a:gd name="connsiteX39" fmla="*/ 1518738 w 2898816"/>
              <a:gd name="connsiteY39" fmla="*/ 1142683 h 3453956"/>
              <a:gd name="connsiteX40" fmla="*/ 1544304 w 2898816"/>
              <a:gd name="connsiteY40" fmla="*/ 1188977 h 3453956"/>
              <a:gd name="connsiteX41" fmla="*/ 1544304 w 2898816"/>
              <a:gd name="connsiteY41" fmla="*/ 1217307 h 3453956"/>
              <a:gd name="connsiteX42" fmla="*/ 1466225 w 2898816"/>
              <a:gd name="connsiteY42" fmla="*/ 1213852 h 3453956"/>
              <a:gd name="connsiteX43" fmla="*/ 1288647 w 2898816"/>
              <a:gd name="connsiteY43" fmla="*/ 1170321 h 3453956"/>
              <a:gd name="connsiteX44" fmla="*/ 1149073 w 2898816"/>
              <a:gd name="connsiteY44" fmla="*/ 1110207 h 3453956"/>
              <a:gd name="connsiteX45" fmla="*/ 1108997 w 2898816"/>
              <a:gd name="connsiteY45" fmla="*/ 1090860 h 3453956"/>
              <a:gd name="connsiteX46" fmla="*/ 1108997 w 2898816"/>
              <a:gd name="connsiteY46" fmla="*/ 2265499 h 3453956"/>
              <a:gd name="connsiteX47" fmla="*/ 1108997 w 2898816"/>
              <a:gd name="connsiteY47" fmla="*/ 3440137 h 3453956"/>
              <a:gd name="connsiteX48" fmla="*/ 994988 w 2898816"/>
              <a:gd name="connsiteY48" fmla="*/ 3440137 h 3453956"/>
              <a:gd name="connsiteX49" fmla="*/ 880979 w 2898816"/>
              <a:gd name="connsiteY49" fmla="*/ 3447047 h 3453956"/>
              <a:gd name="connsiteX50" fmla="*/ 843667 w 2898816"/>
              <a:gd name="connsiteY50" fmla="*/ 3453956 h 3453956"/>
              <a:gd name="connsiteX51" fmla="*/ 801518 w 2898816"/>
              <a:gd name="connsiteY51" fmla="*/ 3447047 h 3453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898816" h="3453956">
                <a:moveTo>
                  <a:pt x="801518" y="3447047"/>
                </a:moveTo>
                <a:cubicBezTo>
                  <a:pt x="798754" y="3442901"/>
                  <a:pt x="657106" y="3440137"/>
                  <a:pt x="398686" y="3440137"/>
                </a:cubicBezTo>
                <a:lnTo>
                  <a:pt x="0" y="3440137"/>
                </a:lnTo>
                <a:lnTo>
                  <a:pt x="0" y="1721019"/>
                </a:lnTo>
                <a:lnTo>
                  <a:pt x="0" y="2592"/>
                </a:lnTo>
                <a:lnTo>
                  <a:pt x="856795" y="520"/>
                </a:lnTo>
                <a:cubicBezTo>
                  <a:pt x="1719809" y="-1553"/>
                  <a:pt x="1884949" y="1901"/>
                  <a:pt x="1996194" y="23321"/>
                </a:cubicBezTo>
                <a:cubicBezTo>
                  <a:pt x="2294000" y="80671"/>
                  <a:pt x="2533764" y="238211"/>
                  <a:pt x="2698213" y="483503"/>
                </a:cubicBezTo>
                <a:cubicBezTo>
                  <a:pt x="2803931" y="641734"/>
                  <a:pt x="2863354" y="794437"/>
                  <a:pt x="2888228" y="970632"/>
                </a:cubicBezTo>
                <a:cubicBezTo>
                  <a:pt x="2903430" y="1079805"/>
                  <a:pt x="2902048" y="1313351"/>
                  <a:pt x="2885464" y="1415613"/>
                </a:cubicBezTo>
                <a:cubicBezTo>
                  <a:pt x="2838479" y="1703745"/>
                  <a:pt x="2718252" y="1920708"/>
                  <a:pt x="2508198" y="2096903"/>
                </a:cubicBezTo>
                <a:cubicBezTo>
                  <a:pt x="2354114" y="2226805"/>
                  <a:pt x="2211775" y="2286918"/>
                  <a:pt x="1982375" y="2320776"/>
                </a:cubicBezTo>
                <a:cubicBezTo>
                  <a:pt x="1864220" y="2338741"/>
                  <a:pt x="1400584" y="2351869"/>
                  <a:pt x="1372254" y="2338741"/>
                </a:cubicBezTo>
                <a:cubicBezTo>
                  <a:pt x="1346689" y="2326995"/>
                  <a:pt x="1343925" y="2302120"/>
                  <a:pt x="1350834" y="2168764"/>
                </a:cubicBezTo>
                <a:cubicBezTo>
                  <a:pt x="1355671" y="2087921"/>
                  <a:pt x="1355671" y="2040245"/>
                  <a:pt x="1350834" y="2023661"/>
                </a:cubicBezTo>
                <a:cubicBezTo>
                  <a:pt x="1339779" y="1984276"/>
                  <a:pt x="1341852" y="1949037"/>
                  <a:pt x="1357053" y="1941436"/>
                </a:cubicBezTo>
                <a:cubicBezTo>
                  <a:pt x="1364653" y="1936600"/>
                  <a:pt x="1463461" y="1934527"/>
                  <a:pt x="1617546" y="1935909"/>
                </a:cubicBezTo>
                <a:lnTo>
                  <a:pt x="1865602" y="1936600"/>
                </a:lnTo>
                <a:lnTo>
                  <a:pt x="1927789" y="1917944"/>
                </a:lnTo>
                <a:cubicBezTo>
                  <a:pt x="2127478" y="1855757"/>
                  <a:pt x="2281562" y="1738293"/>
                  <a:pt x="2385207" y="1567625"/>
                </a:cubicBezTo>
                <a:cubicBezTo>
                  <a:pt x="2450849" y="1459835"/>
                  <a:pt x="2484015" y="1327170"/>
                  <a:pt x="2484015" y="1168248"/>
                </a:cubicBezTo>
                <a:cubicBezTo>
                  <a:pt x="2484015" y="1065295"/>
                  <a:pt x="2473650" y="993435"/>
                  <a:pt x="2449467" y="927102"/>
                </a:cubicBezTo>
                <a:cubicBezTo>
                  <a:pt x="2428047" y="869752"/>
                  <a:pt x="2378297" y="771635"/>
                  <a:pt x="2343058" y="719122"/>
                </a:cubicBezTo>
                <a:cubicBezTo>
                  <a:pt x="2261524" y="596130"/>
                  <a:pt x="2100530" y="494559"/>
                  <a:pt x="1918806" y="450337"/>
                </a:cubicBezTo>
                <a:lnTo>
                  <a:pt x="1844873" y="432372"/>
                </a:lnTo>
                <a:lnTo>
                  <a:pt x="1143545" y="434445"/>
                </a:lnTo>
                <a:cubicBezTo>
                  <a:pt x="757987" y="435136"/>
                  <a:pt x="440144" y="437209"/>
                  <a:pt x="437380" y="439282"/>
                </a:cubicBezTo>
                <a:cubicBezTo>
                  <a:pt x="433234" y="441354"/>
                  <a:pt x="433925" y="2165309"/>
                  <a:pt x="438071" y="2934352"/>
                </a:cubicBezTo>
                <a:lnTo>
                  <a:pt x="438762" y="3046288"/>
                </a:lnTo>
                <a:lnTo>
                  <a:pt x="565208" y="3046288"/>
                </a:lnTo>
                <a:lnTo>
                  <a:pt x="690964" y="3046288"/>
                </a:lnTo>
                <a:lnTo>
                  <a:pt x="689582" y="2971664"/>
                </a:lnTo>
                <a:cubicBezTo>
                  <a:pt x="685436" y="2684223"/>
                  <a:pt x="680599" y="761271"/>
                  <a:pt x="683363" y="748142"/>
                </a:cubicBezTo>
                <a:cubicBezTo>
                  <a:pt x="689582" y="723268"/>
                  <a:pt x="731731" y="725341"/>
                  <a:pt x="782862" y="752979"/>
                </a:cubicBezTo>
                <a:cubicBezTo>
                  <a:pt x="804282" y="764725"/>
                  <a:pt x="869232" y="799274"/>
                  <a:pt x="925891" y="829676"/>
                </a:cubicBezTo>
                <a:cubicBezTo>
                  <a:pt x="983241" y="860078"/>
                  <a:pt x="1039210" y="890481"/>
                  <a:pt x="1050265" y="897390"/>
                </a:cubicBezTo>
                <a:cubicBezTo>
                  <a:pt x="1062011" y="903609"/>
                  <a:pt x="1136635" y="942994"/>
                  <a:pt x="1216096" y="983761"/>
                </a:cubicBezTo>
                <a:cubicBezTo>
                  <a:pt x="1296248" y="1024528"/>
                  <a:pt x="1388146" y="1073586"/>
                  <a:pt x="1422003" y="1091551"/>
                </a:cubicBezTo>
                <a:cubicBezTo>
                  <a:pt x="1455169" y="1110207"/>
                  <a:pt x="1484190" y="1125409"/>
                  <a:pt x="1487645" y="1125409"/>
                </a:cubicBezTo>
                <a:cubicBezTo>
                  <a:pt x="1490409" y="1125409"/>
                  <a:pt x="1504228" y="1133009"/>
                  <a:pt x="1518738" y="1142683"/>
                </a:cubicBezTo>
                <a:cubicBezTo>
                  <a:pt x="1541540" y="1158575"/>
                  <a:pt x="1544304" y="1164102"/>
                  <a:pt x="1544304" y="1188977"/>
                </a:cubicBezTo>
                <a:lnTo>
                  <a:pt x="1544304" y="1217307"/>
                </a:lnTo>
                <a:lnTo>
                  <a:pt x="1466225" y="1213852"/>
                </a:lnTo>
                <a:cubicBezTo>
                  <a:pt x="1390910" y="1210397"/>
                  <a:pt x="1384692" y="1209015"/>
                  <a:pt x="1288647" y="1170321"/>
                </a:cubicBezTo>
                <a:cubicBezTo>
                  <a:pt x="1233370" y="1148210"/>
                  <a:pt x="1170493" y="1121263"/>
                  <a:pt x="1149073" y="1110207"/>
                </a:cubicBezTo>
                <a:lnTo>
                  <a:pt x="1108997" y="1090860"/>
                </a:lnTo>
                <a:lnTo>
                  <a:pt x="1108997" y="2265499"/>
                </a:lnTo>
                <a:lnTo>
                  <a:pt x="1108997" y="3440137"/>
                </a:lnTo>
                <a:lnTo>
                  <a:pt x="994988" y="3440137"/>
                </a:lnTo>
                <a:cubicBezTo>
                  <a:pt x="923819" y="3440137"/>
                  <a:pt x="880979" y="3442901"/>
                  <a:pt x="880979" y="3447047"/>
                </a:cubicBezTo>
                <a:cubicBezTo>
                  <a:pt x="880979" y="3451192"/>
                  <a:pt x="864395" y="3453956"/>
                  <a:pt x="843667" y="3453956"/>
                </a:cubicBezTo>
                <a:cubicBezTo>
                  <a:pt x="822938" y="3453956"/>
                  <a:pt x="803591" y="3451192"/>
                  <a:pt x="801518" y="3447047"/>
                </a:cubicBezTo>
                <a:close/>
              </a:path>
            </a:pathLst>
          </a:custGeom>
          <a:solidFill>
            <a:srgbClr val="002060"/>
          </a:solidFill>
          <a:ln w="690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xmlns="" id="{1132F5B4-2EB9-6FF4-28D5-3F3403D445D4}"/>
              </a:ext>
            </a:extLst>
          </p:cNvPr>
          <p:cNvSpPr/>
          <p:nvPr/>
        </p:nvSpPr>
        <p:spPr>
          <a:xfrm>
            <a:off x="5270422" y="1738070"/>
            <a:ext cx="7459818" cy="732362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583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BC6B6A2-5FE0-C2C6-15CB-4F5AD728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E8992B91-1C78-1665-D712-754A00CFED3B}"/>
              </a:ext>
            </a:extLst>
          </p:cNvPr>
          <p:cNvGrpSpPr/>
          <p:nvPr/>
        </p:nvGrpSpPr>
        <p:grpSpPr>
          <a:xfrm>
            <a:off x="5049361" y="1448884"/>
            <a:ext cx="7901940" cy="7901994"/>
            <a:chOff x="5049361" y="1448884"/>
            <a:chExt cx="7901940" cy="790199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5F3972CF-4BE1-EF13-3E8E-30E6E166E3A7}"/>
                </a:ext>
              </a:extLst>
            </p:cNvPr>
            <p:cNvSpPr/>
            <p:nvPr/>
          </p:nvSpPr>
          <p:spPr>
            <a:xfrm>
              <a:off x="5911975" y="6309354"/>
              <a:ext cx="540236" cy="627920"/>
            </a:xfrm>
            <a:custGeom>
              <a:avLst/>
              <a:gdLst>
                <a:gd name="connsiteX0" fmla="*/ 1382 w 619467"/>
                <a:gd name="connsiteY0" fmla="*/ 350023 h 696886"/>
                <a:gd name="connsiteX1" fmla="*/ 3455 w 619467"/>
                <a:gd name="connsiteY1" fmla="*/ 2468 h 696886"/>
                <a:gd name="connsiteX2" fmla="*/ 213508 w 619467"/>
                <a:gd name="connsiteY2" fmla="*/ 395 h 696886"/>
                <a:gd name="connsiteX3" fmla="*/ 464328 w 619467"/>
                <a:gd name="connsiteY3" fmla="*/ 9377 h 696886"/>
                <a:gd name="connsiteX4" fmla="*/ 605975 w 619467"/>
                <a:gd name="connsiteY4" fmla="*/ 133751 h 696886"/>
                <a:gd name="connsiteX5" fmla="*/ 603902 w 619467"/>
                <a:gd name="connsiteY5" fmla="*/ 359005 h 696886"/>
                <a:gd name="connsiteX6" fmla="*/ 512004 w 619467"/>
                <a:gd name="connsiteY6" fmla="*/ 460577 h 696886"/>
                <a:gd name="connsiteX7" fmla="*/ 368284 w 619467"/>
                <a:gd name="connsiteY7" fmla="*/ 481306 h 696886"/>
                <a:gd name="connsiteX8" fmla="*/ 255657 w 619467"/>
                <a:gd name="connsiteY8" fmla="*/ 484069 h 696886"/>
                <a:gd name="connsiteX9" fmla="*/ 255657 w 619467"/>
                <a:gd name="connsiteY9" fmla="*/ 590478 h 696886"/>
                <a:gd name="connsiteX10" fmla="*/ 255657 w 619467"/>
                <a:gd name="connsiteY10" fmla="*/ 696886 h 696886"/>
                <a:gd name="connsiteX11" fmla="*/ 127828 w 619467"/>
                <a:gd name="connsiteY11" fmla="*/ 696886 h 696886"/>
                <a:gd name="connsiteX12" fmla="*/ 0 w 619467"/>
                <a:gd name="connsiteY12" fmla="*/ 696886 h 696886"/>
                <a:gd name="connsiteX13" fmla="*/ 1382 w 619467"/>
                <a:gd name="connsiteY13" fmla="*/ 350023 h 696886"/>
                <a:gd name="connsiteX14" fmla="*/ 348937 w 619467"/>
                <a:gd name="connsiteY14" fmla="*/ 271943 h 696886"/>
                <a:gd name="connsiteX15" fmla="*/ 348937 w 619467"/>
                <a:gd name="connsiteY15" fmla="*/ 216666 h 696886"/>
                <a:gd name="connsiteX16" fmla="*/ 293660 w 619467"/>
                <a:gd name="connsiteY16" fmla="*/ 199392 h 696886"/>
                <a:gd name="connsiteX17" fmla="*/ 255657 w 619467"/>
                <a:gd name="connsiteY17" fmla="*/ 199392 h 696886"/>
                <a:gd name="connsiteX18" fmla="*/ 255657 w 619467"/>
                <a:gd name="connsiteY18" fmla="*/ 244305 h 696886"/>
                <a:gd name="connsiteX19" fmla="*/ 255657 w 619467"/>
                <a:gd name="connsiteY19" fmla="*/ 289218 h 696886"/>
                <a:gd name="connsiteX20" fmla="*/ 293660 w 619467"/>
                <a:gd name="connsiteY20" fmla="*/ 289218 h 696886"/>
                <a:gd name="connsiteX21" fmla="*/ 348937 w 619467"/>
                <a:gd name="connsiteY21" fmla="*/ 271943 h 69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9467" h="696886">
                  <a:moveTo>
                    <a:pt x="1382" y="350023"/>
                  </a:moveTo>
                  <a:lnTo>
                    <a:pt x="3455" y="2468"/>
                  </a:lnTo>
                  <a:lnTo>
                    <a:pt x="213508" y="395"/>
                  </a:lnTo>
                  <a:cubicBezTo>
                    <a:pt x="382103" y="-987"/>
                    <a:pt x="431852" y="1086"/>
                    <a:pt x="464328" y="9377"/>
                  </a:cubicBezTo>
                  <a:cubicBezTo>
                    <a:pt x="533424" y="26651"/>
                    <a:pt x="574882" y="63272"/>
                    <a:pt x="605975" y="133751"/>
                  </a:cubicBezTo>
                  <a:cubicBezTo>
                    <a:pt x="624631" y="176591"/>
                    <a:pt x="623940" y="316165"/>
                    <a:pt x="603902" y="359005"/>
                  </a:cubicBezTo>
                  <a:cubicBezTo>
                    <a:pt x="584555" y="400463"/>
                    <a:pt x="551389" y="437775"/>
                    <a:pt x="512004" y="460577"/>
                  </a:cubicBezTo>
                  <a:cubicBezTo>
                    <a:pt x="481602" y="478542"/>
                    <a:pt x="475383" y="479233"/>
                    <a:pt x="368284" y="481306"/>
                  </a:cubicBezTo>
                  <a:lnTo>
                    <a:pt x="255657" y="484069"/>
                  </a:lnTo>
                  <a:lnTo>
                    <a:pt x="255657" y="590478"/>
                  </a:lnTo>
                  <a:lnTo>
                    <a:pt x="255657" y="696886"/>
                  </a:lnTo>
                  <a:lnTo>
                    <a:pt x="127828" y="696886"/>
                  </a:lnTo>
                  <a:lnTo>
                    <a:pt x="0" y="696886"/>
                  </a:lnTo>
                  <a:lnTo>
                    <a:pt x="1382" y="350023"/>
                  </a:lnTo>
                  <a:close/>
                  <a:moveTo>
                    <a:pt x="348937" y="271943"/>
                  </a:moveTo>
                  <a:cubicBezTo>
                    <a:pt x="370357" y="250524"/>
                    <a:pt x="370357" y="238086"/>
                    <a:pt x="348937" y="216666"/>
                  </a:cubicBezTo>
                  <a:cubicBezTo>
                    <a:pt x="335117" y="202156"/>
                    <a:pt x="325444" y="199392"/>
                    <a:pt x="293660" y="199392"/>
                  </a:cubicBezTo>
                  <a:lnTo>
                    <a:pt x="255657" y="199392"/>
                  </a:lnTo>
                  <a:lnTo>
                    <a:pt x="255657" y="244305"/>
                  </a:lnTo>
                  <a:lnTo>
                    <a:pt x="255657" y="289218"/>
                  </a:lnTo>
                  <a:lnTo>
                    <a:pt x="293660" y="289218"/>
                  </a:lnTo>
                  <a:cubicBezTo>
                    <a:pt x="325444" y="289218"/>
                    <a:pt x="335117" y="286454"/>
                    <a:pt x="348937" y="271943"/>
                  </a:cubicBez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FF368961-EFD5-C9BE-4EF6-14EE6DC0E65B}"/>
                </a:ext>
              </a:extLst>
            </p:cNvPr>
            <p:cNvSpPr/>
            <p:nvPr/>
          </p:nvSpPr>
          <p:spPr>
            <a:xfrm>
              <a:off x="6604952" y="6307221"/>
              <a:ext cx="590534" cy="630056"/>
            </a:xfrm>
            <a:custGeom>
              <a:avLst/>
              <a:gdLst>
                <a:gd name="connsiteX0" fmla="*/ 0 w 677144"/>
                <a:gd name="connsiteY0" fmla="*/ 349628 h 699255"/>
                <a:gd name="connsiteX1" fmla="*/ 0 w 677144"/>
                <a:gd name="connsiteY1" fmla="*/ 0 h 699255"/>
                <a:gd name="connsiteX2" fmla="*/ 250820 w 677144"/>
                <a:gd name="connsiteY2" fmla="*/ 2764 h 699255"/>
                <a:gd name="connsiteX3" fmla="*/ 596302 w 677144"/>
                <a:gd name="connsiteY3" fmla="*/ 56659 h 699255"/>
                <a:gd name="connsiteX4" fmla="*/ 661943 w 677144"/>
                <a:gd name="connsiteY4" fmla="*/ 201761 h 699255"/>
                <a:gd name="connsiteX5" fmla="*/ 581101 w 677144"/>
                <a:gd name="connsiteY5" fmla="*/ 400759 h 699255"/>
                <a:gd name="connsiteX6" fmla="*/ 554153 w 677144"/>
                <a:gd name="connsiteY6" fmla="*/ 420106 h 699255"/>
                <a:gd name="connsiteX7" fmla="*/ 615649 w 677144"/>
                <a:gd name="connsiteY7" fmla="*/ 534115 h 699255"/>
                <a:gd name="connsiteX8" fmla="*/ 677144 w 677144"/>
                <a:gd name="connsiteY8" fmla="*/ 673690 h 699255"/>
                <a:gd name="connsiteX9" fmla="*/ 677144 w 677144"/>
                <a:gd name="connsiteY9" fmla="*/ 699255 h 699255"/>
                <a:gd name="connsiteX10" fmla="*/ 540334 w 677144"/>
                <a:gd name="connsiteY10" fmla="*/ 699255 h 699255"/>
                <a:gd name="connsiteX11" fmla="*/ 402832 w 677144"/>
                <a:gd name="connsiteY11" fmla="*/ 699255 h 699255"/>
                <a:gd name="connsiteX12" fmla="*/ 345482 w 677144"/>
                <a:gd name="connsiteY12" fmla="*/ 578337 h 699255"/>
                <a:gd name="connsiteX13" fmla="*/ 270167 w 677144"/>
                <a:gd name="connsiteY13" fmla="*/ 458800 h 699255"/>
                <a:gd name="connsiteX14" fmla="*/ 252202 w 677144"/>
                <a:gd name="connsiteY14" fmla="*/ 460873 h 699255"/>
                <a:gd name="connsiteX15" fmla="*/ 250129 w 677144"/>
                <a:gd name="connsiteY15" fmla="*/ 580410 h 699255"/>
                <a:gd name="connsiteX16" fmla="*/ 248747 w 677144"/>
                <a:gd name="connsiteY16" fmla="*/ 699255 h 699255"/>
                <a:gd name="connsiteX17" fmla="*/ 124373 w 677144"/>
                <a:gd name="connsiteY17" fmla="*/ 699255 h 699255"/>
                <a:gd name="connsiteX18" fmla="*/ 0 w 677144"/>
                <a:gd name="connsiteY18" fmla="*/ 699255 h 699255"/>
                <a:gd name="connsiteX19" fmla="*/ 0 w 677144"/>
                <a:gd name="connsiteY19" fmla="*/ 349628 h 699255"/>
                <a:gd name="connsiteX20" fmla="*/ 386940 w 677144"/>
                <a:gd name="connsiteY20" fmla="*/ 257039 h 699255"/>
                <a:gd name="connsiteX21" fmla="*/ 385558 w 677144"/>
                <a:gd name="connsiteY21" fmla="*/ 208671 h 699255"/>
                <a:gd name="connsiteX22" fmla="*/ 309552 w 677144"/>
                <a:gd name="connsiteY22" fmla="*/ 194852 h 699255"/>
                <a:gd name="connsiteX23" fmla="*/ 248747 w 677144"/>
                <a:gd name="connsiteY23" fmla="*/ 194852 h 699255"/>
                <a:gd name="connsiteX24" fmla="*/ 248747 w 677144"/>
                <a:gd name="connsiteY24" fmla="*/ 232855 h 699255"/>
                <a:gd name="connsiteX25" fmla="*/ 248747 w 677144"/>
                <a:gd name="connsiteY25" fmla="*/ 270858 h 699255"/>
                <a:gd name="connsiteX26" fmla="*/ 310934 w 677144"/>
                <a:gd name="connsiteY26" fmla="*/ 270858 h 699255"/>
                <a:gd name="connsiteX27" fmla="*/ 386940 w 677144"/>
                <a:gd name="connsiteY27" fmla="*/ 257039 h 6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7144" h="699255">
                  <a:moveTo>
                    <a:pt x="0" y="349628"/>
                  </a:moveTo>
                  <a:lnTo>
                    <a:pt x="0" y="0"/>
                  </a:lnTo>
                  <a:lnTo>
                    <a:pt x="250820" y="2764"/>
                  </a:lnTo>
                  <a:cubicBezTo>
                    <a:pt x="532042" y="6219"/>
                    <a:pt x="539643" y="7601"/>
                    <a:pt x="596302" y="56659"/>
                  </a:cubicBezTo>
                  <a:cubicBezTo>
                    <a:pt x="634305" y="90517"/>
                    <a:pt x="657107" y="141648"/>
                    <a:pt x="661943" y="201761"/>
                  </a:cubicBezTo>
                  <a:cubicBezTo>
                    <a:pt x="668162" y="290896"/>
                    <a:pt x="641214" y="357228"/>
                    <a:pt x="581101" y="400759"/>
                  </a:cubicBezTo>
                  <a:lnTo>
                    <a:pt x="554153" y="420106"/>
                  </a:lnTo>
                  <a:lnTo>
                    <a:pt x="615649" y="534115"/>
                  </a:lnTo>
                  <a:cubicBezTo>
                    <a:pt x="660561" y="617721"/>
                    <a:pt x="676453" y="654343"/>
                    <a:pt x="677144" y="673690"/>
                  </a:cubicBezTo>
                  <a:lnTo>
                    <a:pt x="677144" y="699255"/>
                  </a:lnTo>
                  <a:lnTo>
                    <a:pt x="540334" y="699255"/>
                  </a:lnTo>
                  <a:lnTo>
                    <a:pt x="402832" y="699255"/>
                  </a:lnTo>
                  <a:lnTo>
                    <a:pt x="345482" y="578337"/>
                  </a:lnTo>
                  <a:cubicBezTo>
                    <a:pt x="290896" y="464328"/>
                    <a:pt x="286750" y="456727"/>
                    <a:pt x="270167" y="458800"/>
                  </a:cubicBezTo>
                  <a:lnTo>
                    <a:pt x="252202" y="460873"/>
                  </a:lnTo>
                  <a:lnTo>
                    <a:pt x="250129" y="580410"/>
                  </a:lnTo>
                  <a:lnTo>
                    <a:pt x="248747" y="699255"/>
                  </a:lnTo>
                  <a:lnTo>
                    <a:pt x="124373" y="699255"/>
                  </a:lnTo>
                  <a:lnTo>
                    <a:pt x="0" y="699255"/>
                  </a:lnTo>
                  <a:lnTo>
                    <a:pt x="0" y="349628"/>
                  </a:lnTo>
                  <a:close/>
                  <a:moveTo>
                    <a:pt x="386940" y="257039"/>
                  </a:moveTo>
                  <a:cubicBezTo>
                    <a:pt x="404905" y="239074"/>
                    <a:pt x="404214" y="226636"/>
                    <a:pt x="385558" y="208671"/>
                  </a:cubicBezTo>
                  <a:cubicBezTo>
                    <a:pt x="373120" y="196925"/>
                    <a:pt x="361374" y="194852"/>
                    <a:pt x="309552" y="194852"/>
                  </a:cubicBezTo>
                  <a:lnTo>
                    <a:pt x="248747" y="194852"/>
                  </a:lnTo>
                  <a:lnTo>
                    <a:pt x="248747" y="232855"/>
                  </a:lnTo>
                  <a:lnTo>
                    <a:pt x="248747" y="270858"/>
                  </a:lnTo>
                  <a:lnTo>
                    <a:pt x="310934" y="270858"/>
                  </a:lnTo>
                  <a:cubicBezTo>
                    <a:pt x="364138" y="270858"/>
                    <a:pt x="375193" y="268785"/>
                    <a:pt x="386940" y="257039"/>
                  </a:cubicBez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C2CAFCB0-B2C6-C586-6EA6-56C8F5626276}"/>
                </a:ext>
              </a:extLst>
            </p:cNvPr>
            <p:cNvSpPr/>
            <p:nvPr/>
          </p:nvSpPr>
          <p:spPr>
            <a:xfrm>
              <a:off x="7291899" y="6308466"/>
              <a:ext cx="662845" cy="628811"/>
            </a:xfrm>
            <a:custGeom>
              <a:avLst/>
              <a:gdLst>
                <a:gd name="connsiteX0" fmla="*/ 0 w 760060"/>
                <a:gd name="connsiteY0" fmla="*/ 671616 h 697873"/>
                <a:gd name="connsiteX1" fmla="*/ 110554 w 760060"/>
                <a:gd name="connsiteY1" fmla="*/ 341336 h 697873"/>
                <a:gd name="connsiteX2" fmla="*/ 228709 w 760060"/>
                <a:gd name="connsiteY2" fmla="*/ 18656 h 697873"/>
                <a:gd name="connsiteX3" fmla="*/ 237000 w 760060"/>
                <a:gd name="connsiteY3" fmla="*/ 0 h 697873"/>
                <a:gd name="connsiteX4" fmla="*/ 378648 w 760060"/>
                <a:gd name="connsiteY4" fmla="*/ 1382 h 697873"/>
                <a:gd name="connsiteX5" fmla="*/ 520296 w 760060"/>
                <a:gd name="connsiteY5" fmla="*/ 3455 h 697873"/>
                <a:gd name="connsiteX6" fmla="*/ 640523 w 760060"/>
                <a:gd name="connsiteY6" fmla="*/ 331663 h 697873"/>
                <a:gd name="connsiteX7" fmla="*/ 760060 w 760060"/>
                <a:gd name="connsiteY7" fmla="*/ 678526 h 697873"/>
                <a:gd name="connsiteX8" fmla="*/ 760060 w 760060"/>
                <a:gd name="connsiteY8" fmla="*/ 697873 h 697873"/>
                <a:gd name="connsiteX9" fmla="*/ 627395 w 760060"/>
                <a:gd name="connsiteY9" fmla="*/ 696492 h 697873"/>
                <a:gd name="connsiteX10" fmla="*/ 494730 w 760060"/>
                <a:gd name="connsiteY10" fmla="*/ 694419 h 697873"/>
                <a:gd name="connsiteX11" fmla="*/ 481602 w 760060"/>
                <a:gd name="connsiteY11" fmla="*/ 651579 h 697873"/>
                <a:gd name="connsiteX12" fmla="*/ 468473 w 760060"/>
                <a:gd name="connsiteY12" fmla="*/ 608048 h 697873"/>
                <a:gd name="connsiteX13" fmla="*/ 373120 w 760060"/>
                <a:gd name="connsiteY13" fmla="*/ 608048 h 697873"/>
                <a:gd name="connsiteX14" fmla="*/ 277768 w 760060"/>
                <a:gd name="connsiteY14" fmla="*/ 608048 h 697873"/>
                <a:gd name="connsiteX15" fmla="*/ 265330 w 760060"/>
                <a:gd name="connsiteY15" fmla="*/ 652961 h 697873"/>
                <a:gd name="connsiteX16" fmla="*/ 252202 w 760060"/>
                <a:gd name="connsiteY16" fmla="*/ 697873 h 697873"/>
                <a:gd name="connsiteX17" fmla="*/ 126446 w 760060"/>
                <a:gd name="connsiteY17" fmla="*/ 697873 h 697873"/>
                <a:gd name="connsiteX18" fmla="*/ 0 w 760060"/>
                <a:gd name="connsiteY18" fmla="*/ 697873 h 697873"/>
                <a:gd name="connsiteX19" fmla="*/ 0 w 760060"/>
                <a:gd name="connsiteY19" fmla="*/ 671616 h 697873"/>
                <a:gd name="connsiteX20" fmla="*/ 407669 w 760060"/>
                <a:gd name="connsiteY20" fmla="*/ 410433 h 697873"/>
                <a:gd name="connsiteX21" fmla="*/ 373120 w 760060"/>
                <a:gd name="connsiteY21" fmla="*/ 301951 h 697873"/>
                <a:gd name="connsiteX22" fmla="*/ 338572 w 760060"/>
                <a:gd name="connsiteY22" fmla="*/ 410433 h 697873"/>
                <a:gd name="connsiteX23" fmla="*/ 373120 w 760060"/>
                <a:gd name="connsiteY23" fmla="*/ 414578 h 697873"/>
                <a:gd name="connsiteX24" fmla="*/ 407669 w 760060"/>
                <a:gd name="connsiteY24" fmla="*/ 410433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0060" h="697873">
                  <a:moveTo>
                    <a:pt x="0" y="671616"/>
                  </a:moveTo>
                  <a:cubicBezTo>
                    <a:pt x="0" y="655034"/>
                    <a:pt x="40076" y="534806"/>
                    <a:pt x="110554" y="341336"/>
                  </a:cubicBezTo>
                  <a:cubicBezTo>
                    <a:pt x="171359" y="174814"/>
                    <a:pt x="224563" y="29711"/>
                    <a:pt x="228709" y="18656"/>
                  </a:cubicBezTo>
                  <a:lnTo>
                    <a:pt x="237000" y="0"/>
                  </a:lnTo>
                  <a:lnTo>
                    <a:pt x="378648" y="1382"/>
                  </a:lnTo>
                  <a:lnTo>
                    <a:pt x="520296" y="3455"/>
                  </a:lnTo>
                  <a:lnTo>
                    <a:pt x="640523" y="331663"/>
                  </a:lnTo>
                  <a:cubicBezTo>
                    <a:pt x="706165" y="512004"/>
                    <a:pt x="760060" y="668162"/>
                    <a:pt x="760060" y="678526"/>
                  </a:cubicBezTo>
                  <a:lnTo>
                    <a:pt x="760060" y="697873"/>
                  </a:lnTo>
                  <a:lnTo>
                    <a:pt x="627395" y="696492"/>
                  </a:lnTo>
                  <a:lnTo>
                    <a:pt x="494730" y="694419"/>
                  </a:lnTo>
                  <a:lnTo>
                    <a:pt x="481602" y="651579"/>
                  </a:lnTo>
                  <a:lnTo>
                    <a:pt x="468473" y="608048"/>
                  </a:lnTo>
                  <a:lnTo>
                    <a:pt x="373120" y="608048"/>
                  </a:lnTo>
                  <a:lnTo>
                    <a:pt x="277768" y="608048"/>
                  </a:lnTo>
                  <a:lnTo>
                    <a:pt x="265330" y="652961"/>
                  </a:lnTo>
                  <a:lnTo>
                    <a:pt x="252202" y="697873"/>
                  </a:lnTo>
                  <a:lnTo>
                    <a:pt x="126446" y="697873"/>
                  </a:lnTo>
                  <a:lnTo>
                    <a:pt x="0" y="697873"/>
                  </a:lnTo>
                  <a:lnTo>
                    <a:pt x="0" y="671616"/>
                  </a:lnTo>
                  <a:close/>
                  <a:moveTo>
                    <a:pt x="407669" y="410433"/>
                  </a:moveTo>
                  <a:cubicBezTo>
                    <a:pt x="407669" y="393849"/>
                    <a:pt x="376575" y="297805"/>
                    <a:pt x="373120" y="301951"/>
                  </a:cubicBezTo>
                  <a:cubicBezTo>
                    <a:pt x="368284" y="306788"/>
                    <a:pt x="338572" y="401450"/>
                    <a:pt x="338572" y="410433"/>
                  </a:cubicBezTo>
                  <a:cubicBezTo>
                    <a:pt x="338572" y="412505"/>
                    <a:pt x="354464" y="414578"/>
                    <a:pt x="373120" y="414578"/>
                  </a:cubicBezTo>
                  <a:cubicBezTo>
                    <a:pt x="392467" y="414578"/>
                    <a:pt x="407669" y="412505"/>
                    <a:pt x="407669" y="410433"/>
                  </a:cubicBez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D6DB79A8-F1EC-23E3-63B5-9CD1237C29C2}"/>
                </a:ext>
              </a:extLst>
            </p:cNvPr>
            <p:cNvSpPr/>
            <p:nvPr/>
          </p:nvSpPr>
          <p:spPr>
            <a:xfrm>
              <a:off x="8033082" y="6308466"/>
              <a:ext cx="597163" cy="628811"/>
            </a:xfrm>
            <a:custGeom>
              <a:avLst/>
              <a:gdLst>
                <a:gd name="connsiteX0" fmla="*/ 214199 w 684744"/>
                <a:gd name="connsiteY0" fmla="*/ 452581 h 697873"/>
                <a:gd name="connsiteX1" fmla="*/ 214199 w 684744"/>
                <a:gd name="connsiteY1" fmla="*/ 207289 h 697873"/>
                <a:gd name="connsiteX2" fmla="*/ 107099 w 684744"/>
                <a:gd name="connsiteY2" fmla="*/ 207289 h 697873"/>
                <a:gd name="connsiteX3" fmla="*/ 0 w 684744"/>
                <a:gd name="connsiteY3" fmla="*/ 207289 h 697873"/>
                <a:gd name="connsiteX4" fmla="*/ 0 w 684744"/>
                <a:gd name="connsiteY4" fmla="*/ 103645 h 697873"/>
                <a:gd name="connsiteX5" fmla="*/ 0 w 684744"/>
                <a:gd name="connsiteY5" fmla="*/ 0 h 697873"/>
                <a:gd name="connsiteX6" fmla="*/ 340645 w 684744"/>
                <a:gd name="connsiteY6" fmla="*/ 1382 h 697873"/>
                <a:gd name="connsiteX7" fmla="*/ 680599 w 684744"/>
                <a:gd name="connsiteY7" fmla="*/ 3455 h 697873"/>
                <a:gd name="connsiteX8" fmla="*/ 682672 w 684744"/>
                <a:gd name="connsiteY8" fmla="*/ 105717 h 697873"/>
                <a:gd name="connsiteX9" fmla="*/ 684745 w 684744"/>
                <a:gd name="connsiteY9" fmla="*/ 207289 h 697873"/>
                <a:gd name="connsiteX10" fmla="*/ 576955 w 684744"/>
                <a:gd name="connsiteY10" fmla="*/ 207289 h 697873"/>
                <a:gd name="connsiteX11" fmla="*/ 469855 w 684744"/>
                <a:gd name="connsiteY11" fmla="*/ 207289 h 697873"/>
                <a:gd name="connsiteX12" fmla="*/ 469855 w 684744"/>
                <a:gd name="connsiteY12" fmla="*/ 452581 h 697873"/>
                <a:gd name="connsiteX13" fmla="*/ 469855 w 684744"/>
                <a:gd name="connsiteY13" fmla="*/ 697873 h 697873"/>
                <a:gd name="connsiteX14" fmla="*/ 342027 w 684744"/>
                <a:gd name="connsiteY14" fmla="*/ 697873 h 697873"/>
                <a:gd name="connsiteX15" fmla="*/ 214199 w 684744"/>
                <a:gd name="connsiteY15" fmla="*/ 697873 h 697873"/>
                <a:gd name="connsiteX16" fmla="*/ 214199 w 684744"/>
                <a:gd name="connsiteY16" fmla="*/ 452581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744" h="697873">
                  <a:moveTo>
                    <a:pt x="214199" y="452581"/>
                  </a:moveTo>
                  <a:lnTo>
                    <a:pt x="214199" y="207289"/>
                  </a:lnTo>
                  <a:lnTo>
                    <a:pt x="107099" y="207289"/>
                  </a:lnTo>
                  <a:lnTo>
                    <a:pt x="0" y="207289"/>
                  </a:lnTo>
                  <a:lnTo>
                    <a:pt x="0" y="103645"/>
                  </a:lnTo>
                  <a:lnTo>
                    <a:pt x="0" y="0"/>
                  </a:lnTo>
                  <a:lnTo>
                    <a:pt x="340645" y="1382"/>
                  </a:lnTo>
                  <a:lnTo>
                    <a:pt x="680599" y="3455"/>
                  </a:lnTo>
                  <a:lnTo>
                    <a:pt x="682672" y="105717"/>
                  </a:lnTo>
                  <a:lnTo>
                    <a:pt x="684745" y="207289"/>
                  </a:lnTo>
                  <a:lnTo>
                    <a:pt x="576955" y="207289"/>
                  </a:lnTo>
                  <a:lnTo>
                    <a:pt x="469855" y="207289"/>
                  </a:lnTo>
                  <a:lnTo>
                    <a:pt x="469855" y="452581"/>
                  </a:lnTo>
                  <a:lnTo>
                    <a:pt x="469855" y="697873"/>
                  </a:lnTo>
                  <a:lnTo>
                    <a:pt x="342027" y="697873"/>
                  </a:lnTo>
                  <a:lnTo>
                    <a:pt x="214199" y="697873"/>
                  </a:lnTo>
                  <a:lnTo>
                    <a:pt x="214199" y="452581"/>
                  </a:ln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6EE4C425-0714-6723-394F-6B6BE08ACFE1}"/>
                </a:ext>
              </a:extLst>
            </p:cNvPr>
            <p:cNvSpPr/>
            <p:nvPr/>
          </p:nvSpPr>
          <p:spPr>
            <a:xfrm>
              <a:off x="8768237" y="6308466"/>
              <a:ext cx="602586" cy="628811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91464C59-33CB-082F-0842-3BBF495CAB30}"/>
                </a:ext>
              </a:extLst>
            </p:cNvPr>
            <p:cNvSpPr/>
            <p:nvPr/>
          </p:nvSpPr>
          <p:spPr>
            <a:xfrm>
              <a:off x="9557626" y="6308466"/>
              <a:ext cx="216930" cy="628811"/>
            </a:xfrm>
            <a:custGeom>
              <a:avLst/>
              <a:gdLst>
                <a:gd name="connsiteX0" fmla="*/ 0 w 248746"/>
                <a:gd name="connsiteY0" fmla="*/ 348937 h 697873"/>
                <a:gd name="connsiteX1" fmla="*/ 0 w 248746"/>
                <a:gd name="connsiteY1" fmla="*/ 0 h 697873"/>
                <a:gd name="connsiteX2" fmla="*/ 124373 w 248746"/>
                <a:gd name="connsiteY2" fmla="*/ 0 h 697873"/>
                <a:gd name="connsiteX3" fmla="*/ 248747 w 248746"/>
                <a:gd name="connsiteY3" fmla="*/ 0 h 697873"/>
                <a:gd name="connsiteX4" fmla="*/ 248747 w 248746"/>
                <a:gd name="connsiteY4" fmla="*/ 348937 h 697873"/>
                <a:gd name="connsiteX5" fmla="*/ 248747 w 248746"/>
                <a:gd name="connsiteY5" fmla="*/ 697873 h 697873"/>
                <a:gd name="connsiteX6" fmla="*/ 124373 w 248746"/>
                <a:gd name="connsiteY6" fmla="*/ 697873 h 697873"/>
                <a:gd name="connsiteX7" fmla="*/ 0 w 248746"/>
                <a:gd name="connsiteY7" fmla="*/ 697873 h 697873"/>
                <a:gd name="connsiteX8" fmla="*/ 0 w 248746"/>
                <a:gd name="connsiteY8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746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348937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5C694777-48BE-510A-2A0B-A55B2C6788AB}"/>
                </a:ext>
              </a:extLst>
            </p:cNvPr>
            <p:cNvSpPr/>
            <p:nvPr/>
          </p:nvSpPr>
          <p:spPr>
            <a:xfrm>
              <a:off x="9961360" y="6307842"/>
              <a:ext cx="584508" cy="629433"/>
            </a:xfrm>
            <a:custGeom>
              <a:avLst/>
              <a:gdLst>
                <a:gd name="connsiteX0" fmla="*/ 0 w 670234"/>
                <a:gd name="connsiteY0" fmla="*/ 348937 h 698564"/>
                <a:gd name="connsiteX1" fmla="*/ 0 w 670234"/>
                <a:gd name="connsiteY1" fmla="*/ 0 h 698564"/>
                <a:gd name="connsiteX2" fmla="*/ 261184 w 670234"/>
                <a:gd name="connsiteY2" fmla="*/ 2073 h 698564"/>
                <a:gd name="connsiteX3" fmla="*/ 557607 w 670234"/>
                <a:gd name="connsiteY3" fmla="*/ 20729 h 698564"/>
                <a:gd name="connsiteX4" fmla="*/ 650197 w 670234"/>
                <a:gd name="connsiteY4" fmla="*/ 119537 h 698564"/>
                <a:gd name="connsiteX5" fmla="*/ 637068 w 670234"/>
                <a:gd name="connsiteY5" fmla="*/ 288822 h 698564"/>
                <a:gd name="connsiteX6" fmla="*/ 608048 w 670234"/>
                <a:gd name="connsiteY6" fmla="*/ 325444 h 698564"/>
                <a:gd name="connsiteX7" fmla="*/ 619794 w 670234"/>
                <a:gd name="connsiteY7" fmla="*/ 355156 h 698564"/>
                <a:gd name="connsiteX8" fmla="*/ 670235 w 670234"/>
                <a:gd name="connsiteY8" fmla="*/ 498185 h 698564"/>
                <a:gd name="connsiteX9" fmla="*/ 607357 w 670234"/>
                <a:gd name="connsiteY9" fmla="*/ 657106 h 698564"/>
                <a:gd name="connsiteX10" fmla="*/ 254275 w 670234"/>
                <a:gd name="connsiteY10" fmla="*/ 698564 h 698564"/>
                <a:gd name="connsiteX11" fmla="*/ 0 w 670234"/>
                <a:gd name="connsiteY11" fmla="*/ 698564 h 698564"/>
                <a:gd name="connsiteX12" fmla="*/ 0 w 670234"/>
                <a:gd name="connsiteY12" fmla="*/ 348937 h 698564"/>
                <a:gd name="connsiteX13" fmla="*/ 399377 w 670234"/>
                <a:gd name="connsiteY13" fmla="*/ 494039 h 698564"/>
                <a:gd name="connsiteX14" fmla="*/ 402832 w 670234"/>
                <a:gd name="connsiteY14" fmla="*/ 448436 h 698564"/>
                <a:gd name="connsiteX15" fmla="*/ 319916 w 670234"/>
                <a:gd name="connsiteY15" fmla="*/ 435998 h 698564"/>
                <a:gd name="connsiteX16" fmla="*/ 248747 w 670234"/>
                <a:gd name="connsiteY16" fmla="*/ 435998 h 698564"/>
                <a:gd name="connsiteX17" fmla="*/ 248747 w 670234"/>
                <a:gd name="connsiteY17" fmla="*/ 470546 h 698564"/>
                <a:gd name="connsiteX18" fmla="*/ 248747 w 670234"/>
                <a:gd name="connsiteY18" fmla="*/ 505094 h 698564"/>
                <a:gd name="connsiteX19" fmla="*/ 316461 w 670234"/>
                <a:gd name="connsiteY19" fmla="*/ 505094 h 698564"/>
                <a:gd name="connsiteX20" fmla="*/ 399377 w 670234"/>
                <a:gd name="connsiteY20" fmla="*/ 494039 h 698564"/>
                <a:gd name="connsiteX21" fmla="*/ 386940 w 670234"/>
                <a:gd name="connsiteY21" fmla="*/ 242528 h 698564"/>
                <a:gd name="connsiteX22" fmla="*/ 385558 w 670234"/>
                <a:gd name="connsiteY22" fmla="*/ 201070 h 698564"/>
                <a:gd name="connsiteX23" fmla="*/ 309552 w 670234"/>
                <a:gd name="connsiteY23" fmla="*/ 187251 h 698564"/>
                <a:gd name="connsiteX24" fmla="*/ 248747 w 670234"/>
                <a:gd name="connsiteY24" fmla="*/ 187251 h 698564"/>
                <a:gd name="connsiteX25" fmla="*/ 248747 w 670234"/>
                <a:gd name="connsiteY25" fmla="*/ 221799 h 698564"/>
                <a:gd name="connsiteX26" fmla="*/ 248747 w 670234"/>
                <a:gd name="connsiteY26" fmla="*/ 256347 h 698564"/>
                <a:gd name="connsiteX27" fmla="*/ 310934 w 670234"/>
                <a:gd name="connsiteY27" fmla="*/ 256347 h 698564"/>
                <a:gd name="connsiteX28" fmla="*/ 386940 w 670234"/>
                <a:gd name="connsiteY28" fmla="*/ 242528 h 69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70234" h="698564">
                  <a:moveTo>
                    <a:pt x="0" y="348937"/>
                  </a:moveTo>
                  <a:lnTo>
                    <a:pt x="0" y="0"/>
                  </a:lnTo>
                  <a:lnTo>
                    <a:pt x="261184" y="2073"/>
                  </a:lnTo>
                  <a:cubicBezTo>
                    <a:pt x="518223" y="4146"/>
                    <a:pt x="522368" y="4146"/>
                    <a:pt x="557607" y="20729"/>
                  </a:cubicBezTo>
                  <a:cubicBezTo>
                    <a:pt x="602520" y="40767"/>
                    <a:pt x="639141" y="80152"/>
                    <a:pt x="650197" y="119537"/>
                  </a:cubicBezTo>
                  <a:cubicBezTo>
                    <a:pt x="661944" y="164449"/>
                    <a:pt x="655034" y="253583"/>
                    <a:pt x="637068" y="288822"/>
                  </a:cubicBezTo>
                  <a:cubicBezTo>
                    <a:pt x="628777" y="304715"/>
                    <a:pt x="615649" y="321298"/>
                    <a:pt x="608048" y="325444"/>
                  </a:cubicBezTo>
                  <a:cubicBezTo>
                    <a:pt x="594920" y="332353"/>
                    <a:pt x="595610" y="333735"/>
                    <a:pt x="619794" y="355156"/>
                  </a:cubicBezTo>
                  <a:cubicBezTo>
                    <a:pt x="658489" y="389012"/>
                    <a:pt x="670235" y="421488"/>
                    <a:pt x="670235" y="498185"/>
                  </a:cubicBezTo>
                  <a:cubicBezTo>
                    <a:pt x="670235" y="579719"/>
                    <a:pt x="652961" y="623940"/>
                    <a:pt x="607357" y="657106"/>
                  </a:cubicBezTo>
                  <a:cubicBezTo>
                    <a:pt x="552771" y="696491"/>
                    <a:pt x="534806" y="698564"/>
                    <a:pt x="254275" y="698564"/>
                  </a:cubicBezTo>
                  <a:lnTo>
                    <a:pt x="0" y="698564"/>
                  </a:lnTo>
                  <a:lnTo>
                    <a:pt x="0" y="348937"/>
                  </a:lnTo>
                  <a:close/>
                  <a:moveTo>
                    <a:pt x="399377" y="494039"/>
                  </a:moveTo>
                  <a:cubicBezTo>
                    <a:pt x="417342" y="481601"/>
                    <a:pt x="418724" y="465710"/>
                    <a:pt x="402832" y="448436"/>
                  </a:cubicBezTo>
                  <a:cubicBezTo>
                    <a:pt x="393159" y="438071"/>
                    <a:pt x="380721" y="435998"/>
                    <a:pt x="319916" y="435998"/>
                  </a:cubicBezTo>
                  <a:lnTo>
                    <a:pt x="248747" y="435998"/>
                  </a:lnTo>
                  <a:lnTo>
                    <a:pt x="248747" y="470546"/>
                  </a:lnTo>
                  <a:lnTo>
                    <a:pt x="248747" y="505094"/>
                  </a:lnTo>
                  <a:lnTo>
                    <a:pt x="316461" y="505094"/>
                  </a:lnTo>
                  <a:cubicBezTo>
                    <a:pt x="366211" y="505094"/>
                    <a:pt x="387630" y="502330"/>
                    <a:pt x="399377" y="494039"/>
                  </a:cubicBezTo>
                  <a:close/>
                  <a:moveTo>
                    <a:pt x="386940" y="242528"/>
                  </a:moveTo>
                  <a:cubicBezTo>
                    <a:pt x="404214" y="225254"/>
                    <a:pt x="404214" y="219035"/>
                    <a:pt x="385558" y="201070"/>
                  </a:cubicBezTo>
                  <a:cubicBezTo>
                    <a:pt x="373120" y="189324"/>
                    <a:pt x="361374" y="187251"/>
                    <a:pt x="309552" y="187251"/>
                  </a:cubicBezTo>
                  <a:lnTo>
                    <a:pt x="248747" y="187251"/>
                  </a:lnTo>
                  <a:lnTo>
                    <a:pt x="248747" y="221799"/>
                  </a:lnTo>
                  <a:lnTo>
                    <a:pt x="248747" y="256347"/>
                  </a:lnTo>
                  <a:lnTo>
                    <a:pt x="310934" y="256347"/>
                  </a:lnTo>
                  <a:cubicBezTo>
                    <a:pt x="364138" y="256347"/>
                    <a:pt x="375193" y="254274"/>
                    <a:pt x="386940" y="242528"/>
                  </a:cubicBez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0CFDFBD9-3014-17C4-8756-DA692C26E58C}"/>
                </a:ext>
              </a:extLst>
            </p:cNvPr>
            <p:cNvSpPr/>
            <p:nvPr/>
          </p:nvSpPr>
          <p:spPr>
            <a:xfrm>
              <a:off x="10696513" y="6308466"/>
              <a:ext cx="602586" cy="628811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11F3DF10-F291-13D5-BA2E-A305F70AA49D}"/>
                </a:ext>
              </a:extLst>
            </p:cNvPr>
            <p:cNvSpPr/>
            <p:nvPr/>
          </p:nvSpPr>
          <p:spPr>
            <a:xfrm>
              <a:off x="11425645" y="6308466"/>
              <a:ext cx="662845" cy="628811"/>
            </a:xfrm>
            <a:custGeom>
              <a:avLst/>
              <a:gdLst>
                <a:gd name="connsiteX0" fmla="*/ 0 w 760060"/>
                <a:gd name="connsiteY0" fmla="*/ 676454 h 697873"/>
                <a:gd name="connsiteX1" fmla="*/ 231473 w 760060"/>
                <a:gd name="connsiteY1" fmla="*/ 22802 h 697873"/>
                <a:gd name="connsiteX2" fmla="*/ 241147 w 760060"/>
                <a:gd name="connsiteY2" fmla="*/ 0 h 697873"/>
                <a:gd name="connsiteX3" fmla="*/ 382103 w 760060"/>
                <a:gd name="connsiteY3" fmla="*/ 0 h 697873"/>
                <a:gd name="connsiteX4" fmla="*/ 523059 w 760060"/>
                <a:gd name="connsiteY4" fmla="*/ 0 h 697873"/>
                <a:gd name="connsiteX5" fmla="*/ 641905 w 760060"/>
                <a:gd name="connsiteY5" fmla="*/ 326826 h 697873"/>
                <a:gd name="connsiteX6" fmla="*/ 760060 w 760060"/>
                <a:gd name="connsiteY6" fmla="*/ 675763 h 697873"/>
                <a:gd name="connsiteX7" fmla="*/ 760060 w 760060"/>
                <a:gd name="connsiteY7" fmla="*/ 697873 h 697873"/>
                <a:gd name="connsiteX8" fmla="*/ 629468 w 760060"/>
                <a:gd name="connsiteY8" fmla="*/ 697873 h 697873"/>
                <a:gd name="connsiteX9" fmla="*/ 498875 w 760060"/>
                <a:gd name="connsiteY9" fmla="*/ 697873 h 697873"/>
                <a:gd name="connsiteX10" fmla="*/ 485748 w 760060"/>
                <a:gd name="connsiteY10" fmla="*/ 655034 h 697873"/>
                <a:gd name="connsiteX11" fmla="*/ 472619 w 760060"/>
                <a:gd name="connsiteY11" fmla="*/ 611503 h 697873"/>
                <a:gd name="connsiteX12" fmla="*/ 376575 w 760060"/>
                <a:gd name="connsiteY12" fmla="*/ 611503 h 697873"/>
                <a:gd name="connsiteX13" fmla="*/ 280531 w 760060"/>
                <a:gd name="connsiteY13" fmla="*/ 611503 h 697873"/>
                <a:gd name="connsiteX14" fmla="*/ 268094 w 760060"/>
                <a:gd name="connsiteY14" fmla="*/ 655034 h 697873"/>
                <a:gd name="connsiteX15" fmla="*/ 254966 w 760060"/>
                <a:gd name="connsiteY15" fmla="*/ 697873 h 697873"/>
                <a:gd name="connsiteX16" fmla="*/ 127828 w 760060"/>
                <a:gd name="connsiteY16" fmla="*/ 697873 h 697873"/>
                <a:gd name="connsiteX17" fmla="*/ 0 w 760060"/>
                <a:gd name="connsiteY17" fmla="*/ 697873 h 697873"/>
                <a:gd name="connsiteX18" fmla="*/ 0 w 760060"/>
                <a:gd name="connsiteY18" fmla="*/ 676454 h 697873"/>
                <a:gd name="connsiteX19" fmla="*/ 413887 w 760060"/>
                <a:gd name="connsiteY19" fmla="*/ 409742 h 697873"/>
                <a:gd name="connsiteX20" fmla="*/ 395231 w 760060"/>
                <a:gd name="connsiteY20" fmla="*/ 346863 h 697873"/>
                <a:gd name="connsiteX21" fmla="*/ 376575 w 760060"/>
                <a:gd name="connsiteY21" fmla="*/ 289514 h 697873"/>
                <a:gd name="connsiteX22" fmla="*/ 358610 w 760060"/>
                <a:gd name="connsiteY22" fmla="*/ 351701 h 697873"/>
                <a:gd name="connsiteX23" fmla="*/ 339954 w 760060"/>
                <a:gd name="connsiteY23" fmla="*/ 414578 h 697873"/>
                <a:gd name="connsiteX24" fmla="*/ 377266 w 760060"/>
                <a:gd name="connsiteY24" fmla="*/ 414578 h 697873"/>
                <a:gd name="connsiteX25" fmla="*/ 413887 w 760060"/>
                <a:gd name="connsiteY25" fmla="*/ 409742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0060" h="697873">
                  <a:moveTo>
                    <a:pt x="0" y="676454"/>
                  </a:moveTo>
                  <a:cubicBezTo>
                    <a:pt x="0" y="659870"/>
                    <a:pt x="192088" y="118846"/>
                    <a:pt x="231473" y="22802"/>
                  </a:cubicBezTo>
                  <a:lnTo>
                    <a:pt x="241147" y="0"/>
                  </a:lnTo>
                  <a:lnTo>
                    <a:pt x="382103" y="0"/>
                  </a:lnTo>
                  <a:lnTo>
                    <a:pt x="523059" y="0"/>
                  </a:lnTo>
                  <a:lnTo>
                    <a:pt x="641905" y="326826"/>
                  </a:lnTo>
                  <a:cubicBezTo>
                    <a:pt x="706856" y="505785"/>
                    <a:pt x="760060" y="663325"/>
                    <a:pt x="760060" y="675763"/>
                  </a:cubicBezTo>
                  <a:lnTo>
                    <a:pt x="760060" y="697873"/>
                  </a:lnTo>
                  <a:lnTo>
                    <a:pt x="629468" y="697873"/>
                  </a:lnTo>
                  <a:lnTo>
                    <a:pt x="498875" y="697873"/>
                  </a:lnTo>
                  <a:lnTo>
                    <a:pt x="485748" y="655034"/>
                  </a:lnTo>
                  <a:lnTo>
                    <a:pt x="472619" y="611503"/>
                  </a:lnTo>
                  <a:lnTo>
                    <a:pt x="376575" y="611503"/>
                  </a:lnTo>
                  <a:lnTo>
                    <a:pt x="280531" y="611503"/>
                  </a:lnTo>
                  <a:lnTo>
                    <a:pt x="268094" y="655034"/>
                  </a:lnTo>
                  <a:lnTo>
                    <a:pt x="254966" y="697873"/>
                  </a:lnTo>
                  <a:lnTo>
                    <a:pt x="127828" y="697873"/>
                  </a:lnTo>
                  <a:lnTo>
                    <a:pt x="0" y="697873"/>
                  </a:lnTo>
                  <a:lnTo>
                    <a:pt x="0" y="676454"/>
                  </a:lnTo>
                  <a:close/>
                  <a:moveTo>
                    <a:pt x="413887" y="409742"/>
                  </a:moveTo>
                  <a:cubicBezTo>
                    <a:pt x="413887" y="406287"/>
                    <a:pt x="404905" y="378648"/>
                    <a:pt x="395231" y="346863"/>
                  </a:cubicBezTo>
                  <a:lnTo>
                    <a:pt x="376575" y="289514"/>
                  </a:lnTo>
                  <a:lnTo>
                    <a:pt x="358610" y="351701"/>
                  </a:lnTo>
                  <a:lnTo>
                    <a:pt x="339954" y="414578"/>
                  </a:lnTo>
                  <a:lnTo>
                    <a:pt x="377266" y="414578"/>
                  </a:lnTo>
                  <a:cubicBezTo>
                    <a:pt x="397995" y="414578"/>
                    <a:pt x="414578" y="412505"/>
                    <a:pt x="413887" y="409742"/>
                  </a:cubicBez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D4B0DDEE-177F-F4EB-DED0-624623695D32}"/>
                </a:ext>
              </a:extLst>
            </p:cNvPr>
            <p:cNvSpPr/>
            <p:nvPr/>
          </p:nvSpPr>
          <p:spPr>
            <a:xfrm>
              <a:off x="7873396" y="2542608"/>
              <a:ext cx="2528046" cy="3112143"/>
            </a:xfrm>
            <a:custGeom>
              <a:avLst/>
              <a:gdLst>
                <a:gd name="connsiteX0" fmla="*/ 801518 w 2898816"/>
                <a:gd name="connsiteY0" fmla="*/ 3447047 h 3453956"/>
                <a:gd name="connsiteX1" fmla="*/ 398686 w 2898816"/>
                <a:gd name="connsiteY1" fmla="*/ 3440137 h 3453956"/>
                <a:gd name="connsiteX2" fmla="*/ 0 w 2898816"/>
                <a:gd name="connsiteY2" fmla="*/ 3440137 h 3453956"/>
                <a:gd name="connsiteX3" fmla="*/ 0 w 2898816"/>
                <a:gd name="connsiteY3" fmla="*/ 1721019 h 3453956"/>
                <a:gd name="connsiteX4" fmla="*/ 0 w 2898816"/>
                <a:gd name="connsiteY4" fmla="*/ 2592 h 3453956"/>
                <a:gd name="connsiteX5" fmla="*/ 856795 w 2898816"/>
                <a:gd name="connsiteY5" fmla="*/ 520 h 3453956"/>
                <a:gd name="connsiteX6" fmla="*/ 1996194 w 2898816"/>
                <a:gd name="connsiteY6" fmla="*/ 23321 h 3453956"/>
                <a:gd name="connsiteX7" fmla="*/ 2698213 w 2898816"/>
                <a:gd name="connsiteY7" fmla="*/ 483503 h 3453956"/>
                <a:gd name="connsiteX8" fmla="*/ 2888228 w 2898816"/>
                <a:gd name="connsiteY8" fmla="*/ 970632 h 3453956"/>
                <a:gd name="connsiteX9" fmla="*/ 2885464 w 2898816"/>
                <a:gd name="connsiteY9" fmla="*/ 1415613 h 3453956"/>
                <a:gd name="connsiteX10" fmla="*/ 2508198 w 2898816"/>
                <a:gd name="connsiteY10" fmla="*/ 2096903 h 3453956"/>
                <a:gd name="connsiteX11" fmla="*/ 1982375 w 2898816"/>
                <a:gd name="connsiteY11" fmla="*/ 2320776 h 3453956"/>
                <a:gd name="connsiteX12" fmla="*/ 1372254 w 2898816"/>
                <a:gd name="connsiteY12" fmla="*/ 2338741 h 3453956"/>
                <a:gd name="connsiteX13" fmla="*/ 1350834 w 2898816"/>
                <a:gd name="connsiteY13" fmla="*/ 2168764 h 3453956"/>
                <a:gd name="connsiteX14" fmla="*/ 1350834 w 2898816"/>
                <a:gd name="connsiteY14" fmla="*/ 2023661 h 3453956"/>
                <a:gd name="connsiteX15" fmla="*/ 1357053 w 2898816"/>
                <a:gd name="connsiteY15" fmla="*/ 1941436 h 3453956"/>
                <a:gd name="connsiteX16" fmla="*/ 1617546 w 2898816"/>
                <a:gd name="connsiteY16" fmla="*/ 1935909 h 3453956"/>
                <a:gd name="connsiteX17" fmla="*/ 1865602 w 2898816"/>
                <a:gd name="connsiteY17" fmla="*/ 1936600 h 3453956"/>
                <a:gd name="connsiteX18" fmla="*/ 1927789 w 2898816"/>
                <a:gd name="connsiteY18" fmla="*/ 1917944 h 3453956"/>
                <a:gd name="connsiteX19" fmla="*/ 2385207 w 2898816"/>
                <a:gd name="connsiteY19" fmla="*/ 1567625 h 3453956"/>
                <a:gd name="connsiteX20" fmla="*/ 2484015 w 2898816"/>
                <a:gd name="connsiteY20" fmla="*/ 1168248 h 3453956"/>
                <a:gd name="connsiteX21" fmla="*/ 2449467 w 2898816"/>
                <a:gd name="connsiteY21" fmla="*/ 927102 h 3453956"/>
                <a:gd name="connsiteX22" fmla="*/ 2343058 w 2898816"/>
                <a:gd name="connsiteY22" fmla="*/ 719122 h 3453956"/>
                <a:gd name="connsiteX23" fmla="*/ 1918806 w 2898816"/>
                <a:gd name="connsiteY23" fmla="*/ 450337 h 3453956"/>
                <a:gd name="connsiteX24" fmla="*/ 1844873 w 2898816"/>
                <a:gd name="connsiteY24" fmla="*/ 432372 h 3453956"/>
                <a:gd name="connsiteX25" fmla="*/ 1143545 w 2898816"/>
                <a:gd name="connsiteY25" fmla="*/ 434445 h 3453956"/>
                <a:gd name="connsiteX26" fmla="*/ 437380 w 2898816"/>
                <a:gd name="connsiteY26" fmla="*/ 439282 h 3453956"/>
                <a:gd name="connsiteX27" fmla="*/ 438071 w 2898816"/>
                <a:gd name="connsiteY27" fmla="*/ 2934352 h 3453956"/>
                <a:gd name="connsiteX28" fmla="*/ 438762 w 2898816"/>
                <a:gd name="connsiteY28" fmla="*/ 3046288 h 3453956"/>
                <a:gd name="connsiteX29" fmla="*/ 565208 w 2898816"/>
                <a:gd name="connsiteY29" fmla="*/ 3046288 h 3453956"/>
                <a:gd name="connsiteX30" fmla="*/ 690964 w 2898816"/>
                <a:gd name="connsiteY30" fmla="*/ 3046288 h 3453956"/>
                <a:gd name="connsiteX31" fmla="*/ 689582 w 2898816"/>
                <a:gd name="connsiteY31" fmla="*/ 2971664 h 3453956"/>
                <a:gd name="connsiteX32" fmla="*/ 683363 w 2898816"/>
                <a:gd name="connsiteY32" fmla="*/ 748142 h 3453956"/>
                <a:gd name="connsiteX33" fmla="*/ 782862 w 2898816"/>
                <a:gd name="connsiteY33" fmla="*/ 752979 h 3453956"/>
                <a:gd name="connsiteX34" fmla="*/ 925891 w 2898816"/>
                <a:gd name="connsiteY34" fmla="*/ 829676 h 3453956"/>
                <a:gd name="connsiteX35" fmla="*/ 1050265 w 2898816"/>
                <a:gd name="connsiteY35" fmla="*/ 897390 h 3453956"/>
                <a:gd name="connsiteX36" fmla="*/ 1216096 w 2898816"/>
                <a:gd name="connsiteY36" fmla="*/ 983761 h 3453956"/>
                <a:gd name="connsiteX37" fmla="*/ 1422003 w 2898816"/>
                <a:gd name="connsiteY37" fmla="*/ 1091551 h 3453956"/>
                <a:gd name="connsiteX38" fmla="*/ 1487645 w 2898816"/>
                <a:gd name="connsiteY38" fmla="*/ 1125409 h 3453956"/>
                <a:gd name="connsiteX39" fmla="*/ 1518738 w 2898816"/>
                <a:gd name="connsiteY39" fmla="*/ 1142683 h 3453956"/>
                <a:gd name="connsiteX40" fmla="*/ 1544304 w 2898816"/>
                <a:gd name="connsiteY40" fmla="*/ 1188977 h 3453956"/>
                <a:gd name="connsiteX41" fmla="*/ 1544304 w 2898816"/>
                <a:gd name="connsiteY41" fmla="*/ 1217307 h 3453956"/>
                <a:gd name="connsiteX42" fmla="*/ 1466225 w 2898816"/>
                <a:gd name="connsiteY42" fmla="*/ 1213852 h 3453956"/>
                <a:gd name="connsiteX43" fmla="*/ 1288647 w 2898816"/>
                <a:gd name="connsiteY43" fmla="*/ 1170321 h 3453956"/>
                <a:gd name="connsiteX44" fmla="*/ 1149073 w 2898816"/>
                <a:gd name="connsiteY44" fmla="*/ 1110207 h 3453956"/>
                <a:gd name="connsiteX45" fmla="*/ 1108997 w 2898816"/>
                <a:gd name="connsiteY45" fmla="*/ 1090860 h 3453956"/>
                <a:gd name="connsiteX46" fmla="*/ 1108997 w 2898816"/>
                <a:gd name="connsiteY46" fmla="*/ 2265499 h 3453956"/>
                <a:gd name="connsiteX47" fmla="*/ 1108997 w 2898816"/>
                <a:gd name="connsiteY47" fmla="*/ 3440137 h 3453956"/>
                <a:gd name="connsiteX48" fmla="*/ 994988 w 2898816"/>
                <a:gd name="connsiteY48" fmla="*/ 3440137 h 3453956"/>
                <a:gd name="connsiteX49" fmla="*/ 880979 w 2898816"/>
                <a:gd name="connsiteY49" fmla="*/ 3447047 h 3453956"/>
                <a:gd name="connsiteX50" fmla="*/ 843667 w 2898816"/>
                <a:gd name="connsiteY50" fmla="*/ 3453956 h 3453956"/>
                <a:gd name="connsiteX51" fmla="*/ 801518 w 2898816"/>
                <a:gd name="connsiteY51" fmla="*/ 3447047 h 345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898816" h="3453956">
                  <a:moveTo>
                    <a:pt x="801518" y="3447047"/>
                  </a:moveTo>
                  <a:cubicBezTo>
                    <a:pt x="798754" y="3442901"/>
                    <a:pt x="657106" y="3440137"/>
                    <a:pt x="398686" y="3440137"/>
                  </a:cubicBezTo>
                  <a:lnTo>
                    <a:pt x="0" y="3440137"/>
                  </a:lnTo>
                  <a:lnTo>
                    <a:pt x="0" y="1721019"/>
                  </a:lnTo>
                  <a:lnTo>
                    <a:pt x="0" y="2592"/>
                  </a:lnTo>
                  <a:lnTo>
                    <a:pt x="856795" y="520"/>
                  </a:lnTo>
                  <a:cubicBezTo>
                    <a:pt x="1719809" y="-1553"/>
                    <a:pt x="1884949" y="1901"/>
                    <a:pt x="1996194" y="23321"/>
                  </a:cubicBezTo>
                  <a:cubicBezTo>
                    <a:pt x="2294000" y="80671"/>
                    <a:pt x="2533764" y="238211"/>
                    <a:pt x="2698213" y="483503"/>
                  </a:cubicBezTo>
                  <a:cubicBezTo>
                    <a:pt x="2803931" y="641734"/>
                    <a:pt x="2863354" y="794437"/>
                    <a:pt x="2888228" y="970632"/>
                  </a:cubicBezTo>
                  <a:cubicBezTo>
                    <a:pt x="2903430" y="1079805"/>
                    <a:pt x="2902048" y="1313351"/>
                    <a:pt x="2885464" y="1415613"/>
                  </a:cubicBezTo>
                  <a:cubicBezTo>
                    <a:pt x="2838479" y="1703745"/>
                    <a:pt x="2718252" y="1920708"/>
                    <a:pt x="2508198" y="2096903"/>
                  </a:cubicBezTo>
                  <a:cubicBezTo>
                    <a:pt x="2354114" y="2226805"/>
                    <a:pt x="2211775" y="2286918"/>
                    <a:pt x="1982375" y="2320776"/>
                  </a:cubicBezTo>
                  <a:cubicBezTo>
                    <a:pt x="1864220" y="2338741"/>
                    <a:pt x="1400584" y="2351869"/>
                    <a:pt x="1372254" y="2338741"/>
                  </a:cubicBezTo>
                  <a:cubicBezTo>
                    <a:pt x="1346689" y="2326995"/>
                    <a:pt x="1343925" y="2302120"/>
                    <a:pt x="1350834" y="2168764"/>
                  </a:cubicBezTo>
                  <a:cubicBezTo>
                    <a:pt x="1355671" y="2087921"/>
                    <a:pt x="1355671" y="2040245"/>
                    <a:pt x="1350834" y="2023661"/>
                  </a:cubicBezTo>
                  <a:cubicBezTo>
                    <a:pt x="1339779" y="1984276"/>
                    <a:pt x="1341852" y="1949037"/>
                    <a:pt x="1357053" y="1941436"/>
                  </a:cubicBezTo>
                  <a:cubicBezTo>
                    <a:pt x="1364653" y="1936600"/>
                    <a:pt x="1463461" y="1934527"/>
                    <a:pt x="1617546" y="1935909"/>
                  </a:cubicBezTo>
                  <a:lnTo>
                    <a:pt x="1865602" y="1936600"/>
                  </a:lnTo>
                  <a:lnTo>
                    <a:pt x="1927789" y="1917944"/>
                  </a:lnTo>
                  <a:cubicBezTo>
                    <a:pt x="2127478" y="1855757"/>
                    <a:pt x="2281562" y="1738293"/>
                    <a:pt x="2385207" y="1567625"/>
                  </a:cubicBezTo>
                  <a:cubicBezTo>
                    <a:pt x="2450849" y="1459835"/>
                    <a:pt x="2484015" y="1327170"/>
                    <a:pt x="2484015" y="1168248"/>
                  </a:cubicBezTo>
                  <a:cubicBezTo>
                    <a:pt x="2484015" y="1065295"/>
                    <a:pt x="2473650" y="993435"/>
                    <a:pt x="2449467" y="927102"/>
                  </a:cubicBezTo>
                  <a:cubicBezTo>
                    <a:pt x="2428047" y="869752"/>
                    <a:pt x="2378297" y="771635"/>
                    <a:pt x="2343058" y="719122"/>
                  </a:cubicBezTo>
                  <a:cubicBezTo>
                    <a:pt x="2261524" y="596130"/>
                    <a:pt x="2100530" y="494559"/>
                    <a:pt x="1918806" y="450337"/>
                  </a:cubicBezTo>
                  <a:lnTo>
                    <a:pt x="1844873" y="432372"/>
                  </a:lnTo>
                  <a:lnTo>
                    <a:pt x="1143545" y="434445"/>
                  </a:lnTo>
                  <a:cubicBezTo>
                    <a:pt x="757987" y="435136"/>
                    <a:pt x="440144" y="437209"/>
                    <a:pt x="437380" y="439282"/>
                  </a:cubicBezTo>
                  <a:cubicBezTo>
                    <a:pt x="433234" y="441354"/>
                    <a:pt x="433925" y="2165309"/>
                    <a:pt x="438071" y="2934352"/>
                  </a:cubicBezTo>
                  <a:lnTo>
                    <a:pt x="438762" y="3046288"/>
                  </a:lnTo>
                  <a:lnTo>
                    <a:pt x="565208" y="3046288"/>
                  </a:lnTo>
                  <a:lnTo>
                    <a:pt x="690964" y="3046288"/>
                  </a:lnTo>
                  <a:lnTo>
                    <a:pt x="689582" y="2971664"/>
                  </a:lnTo>
                  <a:cubicBezTo>
                    <a:pt x="685436" y="2684223"/>
                    <a:pt x="680599" y="761271"/>
                    <a:pt x="683363" y="748142"/>
                  </a:cubicBezTo>
                  <a:cubicBezTo>
                    <a:pt x="689582" y="723268"/>
                    <a:pt x="731731" y="725341"/>
                    <a:pt x="782862" y="752979"/>
                  </a:cubicBezTo>
                  <a:cubicBezTo>
                    <a:pt x="804282" y="764725"/>
                    <a:pt x="869232" y="799274"/>
                    <a:pt x="925891" y="829676"/>
                  </a:cubicBezTo>
                  <a:cubicBezTo>
                    <a:pt x="983241" y="860078"/>
                    <a:pt x="1039210" y="890481"/>
                    <a:pt x="1050265" y="897390"/>
                  </a:cubicBezTo>
                  <a:cubicBezTo>
                    <a:pt x="1062011" y="903609"/>
                    <a:pt x="1136635" y="942994"/>
                    <a:pt x="1216096" y="983761"/>
                  </a:cubicBezTo>
                  <a:cubicBezTo>
                    <a:pt x="1296248" y="1024528"/>
                    <a:pt x="1388146" y="1073586"/>
                    <a:pt x="1422003" y="1091551"/>
                  </a:cubicBezTo>
                  <a:cubicBezTo>
                    <a:pt x="1455169" y="1110207"/>
                    <a:pt x="1484190" y="1125409"/>
                    <a:pt x="1487645" y="1125409"/>
                  </a:cubicBezTo>
                  <a:cubicBezTo>
                    <a:pt x="1490409" y="1125409"/>
                    <a:pt x="1504228" y="1133009"/>
                    <a:pt x="1518738" y="1142683"/>
                  </a:cubicBezTo>
                  <a:cubicBezTo>
                    <a:pt x="1541540" y="1158575"/>
                    <a:pt x="1544304" y="1164102"/>
                    <a:pt x="1544304" y="1188977"/>
                  </a:cubicBezTo>
                  <a:lnTo>
                    <a:pt x="1544304" y="1217307"/>
                  </a:lnTo>
                  <a:lnTo>
                    <a:pt x="1466225" y="1213852"/>
                  </a:lnTo>
                  <a:cubicBezTo>
                    <a:pt x="1390910" y="1210397"/>
                    <a:pt x="1384692" y="1209015"/>
                    <a:pt x="1288647" y="1170321"/>
                  </a:cubicBezTo>
                  <a:cubicBezTo>
                    <a:pt x="1233370" y="1148210"/>
                    <a:pt x="1170493" y="1121263"/>
                    <a:pt x="1149073" y="1110207"/>
                  </a:cubicBezTo>
                  <a:lnTo>
                    <a:pt x="1108997" y="1090860"/>
                  </a:lnTo>
                  <a:lnTo>
                    <a:pt x="1108997" y="2265499"/>
                  </a:lnTo>
                  <a:lnTo>
                    <a:pt x="1108997" y="3440137"/>
                  </a:lnTo>
                  <a:lnTo>
                    <a:pt x="994988" y="3440137"/>
                  </a:lnTo>
                  <a:cubicBezTo>
                    <a:pt x="923819" y="3440137"/>
                    <a:pt x="880979" y="3442901"/>
                    <a:pt x="880979" y="3447047"/>
                  </a:cubicBezTo>
                  <a:cubicBezTo>
                    <a:pt x="880979" y="3451192"/>
                    <a:pt x="864395" y="3453956"/>
                    <a:pt x="843667" y="3453956"/>
                  </a:cubicBezTo>
                  <a:cubicBezTo>
                    <a:pt x="822938" y="3453956"/>
                    <a:pt x="803591" y="3451192"/>
                    <a:pt x="801518" y="3447047"/>
                  </a:cubicBezTo>
                  <a:close/>
                </a:path>
              </a:pathLst>
            </a:custGeom>
            <a:solidFill>
              <a:schemeClr val="bg1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E6E6E6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B94BA61D-A7F0-190E-8A7E-46A435833C41}"/>
                </a:ext>
              </a:extLst>
            </p:cNvPr>
            <p:cNvSpPr/>
            <p:nvPr/>
          </p:nvSpPr>
          <p:spPr>
            <a:xfrm>
              <a:off x="5049361" y="1448884"/>
              <a:ext cx="7901940" cy="7901994"/>
            </a:xfrm>
            <a:prstGeom prst="ellipse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xmlns="" id="{6E3343B3-F568-D69B-1156-B4A0728CA6E6}"/>
                </a:ext>
              </a:extLst>
            </p:cNvPr>
            <p:cNvSpPr txBox="1"/>
            <p:nvPr/>
          </p:nvSpPr>
          <p:spPr>
            <a:xfrm>
              <a:off x="6243400" y="6986592"/>
              <a:ext cx="55136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INSTITUTE</a:t>
              </a:r>
              <a:endParaRPr lang="en-IN" sz="48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856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30613D8-A106-06E1-3873-89A731C6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EFC67BE4-AA1B-BEC3-8ACE-D55BF9E263C7}"/>
              </a:ext>
            </a:extLst>
          </p:cNvPr>
          <p:cNvGrpSpPr/>
          <p:nvPr/>
        </p:nvGrpSpPr>
        <p:grpSpPr>
          <a:xfrm>
            <a:off x="5049361" y="1448884"/>
            <a:ext cx="7901940" cy="7901994"/>
            <a:chOff x="5049361" y="1448884"/>
            <a:chExt cx="7901940" cy="790199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C61F50DF-DD30-1FBF-AE13-C45168B7D2B8}"/>
                </a:ext>
              </a:extLst>
            </p:cNvPr>
            <p:cNvSpPr/>
            <p:nvPr/>
          </p:nvSpPr>
          <p:spPr>
            <a:xfrm>
              <a:off x="5911975" y="6309354"/>
              <a:ext cx="540236" cy="627920"/>
            </a:xfrm>
            <a:custGeom>
              <a:avLst/>
              <a:gdLst>
                <a:gd name="connsiteX0" fmla="*/ 1382 w 619467"/>
                <a:gd name="connsiteY0" fmla="*/ 350023 h 696886"/>
                <a:gd name="connsiteX1" fmla="*/ 3455 w 619467"/>
                <a:gd name="connsiteY1" fmla="*/ 2468 h 696886"/>
                <a:gd name="connsiteX2" fmla="*/ 213508 w 619467"/>
                <a:gd name="connsiteY2" fmla="*/ 395 h 696886"/>
                <a:gd name="connsiteX3" fmla="*/ 464328 w 619467"/>
                <a:gd name="connsiteY3" fmla="*/ 9377 h 696886"/>
                <a:gd name="connsiteX4" fmla="*/ 605975 w 619467"/>
                <a:gd name="connsiteY4" fmla="*/ 133751 h 696886"/>
                <a:gd name="connsiteX5" fmla="*/ 603902 w 619467"/>
                <a:gd name="connsiteY5" fmla="*/ 359005 h 696886"/>
                <a:gd name="connsiteX6" fmla="*/ 512004 w 619467"/>
                <a:gd name="connsiteY6" fmla="*/ 460577 h 696886"/>
                <a:gd name="connsiteX7" fmla="*/ 368284 w 619467"/>
                <a:gd name="connsiteY7" fmla="*/ 481306 h 696886"/>
                <a:gd name="connsiteX8" fmla="*/ 255657 w 619467"/>
                <a:gd name="connsiteY8" fmla="*/ 484069 h 696886"/>
                <a:gd name="connsiteX9" fmla="*/ 255657 w 619467"/>
                <a:gd name="connsiteY9" fmla="*/ 590478 h 696886"/>
                <a:gd name="connsiteX10" fmla="*/ 255657 w 619467"/>
                <a:gd name="connsiteY10" fmla="*/ 696886 h 696886"/>
                <a:gd name="connsiteX11" fmla="*/ 127828 w 619467"/>
                <a:gd name="connsiteY11" fmla="*/ 696886 h 696886"/>
                <a:gd name="connsiteX12" fmla="*/ 0 w 619467"/>
                <a:gd name="connsiteY12" fmla="*/ 696886 h 696886"/>
                <a:gd name="connsiteX13" fmla="*/ 1382 w 619467"/>
                <a:gd name="connsiteY13" fmla="*/ 350023 h 696886"/>
                <a:gd name="connsiteX14" fmla="*/ 348937 w 619467"/>
                <a:gd name="connsiteY14" fmla="*/ 271943 h 696886"/>
                <a:gd name="connsiteX15" fmla="*/ 348937 w 619467"/>
                <a:gd name="connsiteY15" fmla="*/ 216666 h 696886"/>
                <a:gd name="connsiteX16" fmla="*/ 293660 w 619467"/>
                <a:gd name="connsiteY16" fmla="*/ 199392 h 696886"/>
                <a:gd name="connsiteX17" fmla="*/ 255657 w 619467"/>
                <a:gd name="connsiteY17" fmla="*/ 199392 h 696886"/>
                <a:gd name="connsiteX18" fmla="*/ 255657 w 619467"/>
                <a:gd name="connsiteY18" fmla="*/ 244305 h 696886"/>
                <a:gd name="connsiteX19" fmla="*/ 255657 w 619467"/>
                <a:gd name="connsiteY19" fmla="*/ 289218 h 696886"/>
                <a:gd name="connsiteX20" fmla="*/ 293660 w 619467"/>
                <a:gd name="connsiteY20" fmla="*/ 289218 h 696886"/>
                <a:gd name="connsiteX21" fmla="*/ 348937 w 619467"/>
                <a:gd name="connsiteY21" fmla="*/ 271943 h 69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9467" h="696886">
                  <a:moveTo>
                    <a:pt x="1382" y="350023"/>
                  </a:moveTo>
                  <a:lnTo>
                    <a:pt x="3455" y="2468"/>
                  </a:lnTo>
                  <a:lnTo>
                    <a:pt x="213508" y="395"/>
                  </a:lnTo>
                  <a:cubicBezTo>
                    <a:pt x="382103" y="-987"/>
                    <a:pt x="431852" y="1086"/>
                    <a:pt x="464328" y="9377"/>
                  </a:cubicBezTo>
                  <a:cubicBezTo>
                    <a:pt x="533424" y="26651"/>
                    <a:pt x="574882" y="63272"/>
                    <a:pt x="605975" y="133751"/>
                  </a:cubicBezTo>
                  <a:cubicBezTo>
                    <a:pt x="624631" y="176591"/>
                    <a:pt x="623940" y="316165"/>
                    <a:pt x="603902" y="359005"/>
                  </a:cubicBezTo>
                  <a:cubicBezTo>
                    <a:pt x="584555" y="400463"/>
                    <a:pt x="551389" y="437775"/>
                    <a:pt x="512004" y="460577"/>
                  </a:cubicBezTo>
                  <a:cubicBezTo>
                    <a:pt x="481602" y="478542"/>
                    <a:pt x="475383" y="479233"/>
                    <a:pt x="368284" y="481306"/>
                  </a:cubicBezTo>
                  <a:lnTo>
                    <a:pt x="255657" y="484069"/>
                  </a:lnTo>
                  <a:lnTo>
                    <a:pt x="255657" y="590478"/>
                  </a:lnTo>
                  <a:lnTo>
                    <a:pt x="255657" y="696886"/>
                  </a:lnTo>
                  <a:lnTo>
                    <a:pt x="127828" y="696886"/>
                  </a:lnTo>
                  <a:lnTo>
                    <a:pt x="0" y="696886"/>
                  </a:lnTo>
                  <a:lnTo>
                    <a:pt x="1382" y="350023"/>
                  </a:lnTo>
                  <a:close/>
                  <a:moveTo>
                    <a:pt x="348937" y="271943"/>
                  </a:moveTo>
                  <a:cubicBezTo>
                    <a:pt x="370357" y="250524"/>
                    <a:pt x="370357" y="238086"/>
                    <a:pt x="348937" y="216666"/>
                  </a:cubicBezTo>
                  <a:cubicBezTo>
                    <a:pt x="335117" y="202156"/>
                    <a:pt x="325444" y="199392"/>
                    <a:pt x="293660" y="199392"/>
                  </a:cubicBezTo>
                  <a:lnTo>
                    <a:pt x="255657" y="199392"/>
                  </a:lnTo>
                  <a:lnTo>
                    <a:pt x="255657" y="244305"/>
                  </a:lnTo>
                  <a:lnTo>
                    <a:pt x="255657" y="289218"/>
                  </a:lnTo>
                  <a:lnTo>
                    <a:pt x="293660" y="289218"/>
                  </a:lnTo>
                  <a:cubicBezTo>
                    <a:pt x="325444" y="289218"/>
                    <a:pt x="335117" y="286454"/>
                    <a:pt x="348937" y="271943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95CA7E67-C8D6-3568-FDD0-36938994912D}"/>
                </a:ext>
              </a:extLst>
            </p:cNvPr>
            <p:cNvSpPr/>
            <p:nvPr/>
          </p:nvSpPr>
          <p:spPr>
            <a:xfrm>
              <a:off x="6604952" y="6307221"/>
              <a:ext cx="590534" cy="630056"/>
            </a:xfrm>
            <a:custGeom>
              <a:avLst/>
              <a:gdLst>
                <a:gd name="connsiteX0" fmla="*/ 0 w 677144"/>
                <a:gd name="connsiteY0" fmla="*/ 349628 h 699255"/>
                <a:gd name="connsiteX1" fmla="*/ 0 w 677144"/>
                <a:gd name="connsiteY1" fmla="*/ 0 h 699255"/>
                <a:gd name="connsiteX2" fmla="*/ 250820 w 677144"/>
                <a:gd name="connsiteY2" fmla="*/ 2764 h 699255"/>
                <a:gd name="connsiteX3" fmla="*/ 596302 w 677144"/>
                <a:gd name="connsiteY3" fmla="*/ 56659 h 699255"/>
                <a:gd name="connsiteX4" fmla="*/ 661943 w 677144"/>
                <a:gd name="connsiteY4" fmla="*/ 201761 h 699255"/>
                <a:gd name="connsiteX5" fmla="*/ 581101 w 677144"/>
                <a:gd name="connsiteY5" fmla="*/ 400759 h 699255"/>
                <a:gd name="connsiteX6" fmla="*/ 554153 w 677144"/>
                <a:gd name="connsiteY6" fmla="*/ 420106 h 699255"/>
                <a:gd name="connsiteX7" fmla="*/ 615649 w 677144"/>
                <a:gd name="connsiteY7" fmla="*/ 534115 h 699255"/>
                <a:gd name="connsiteX8" fmla="*/ 677144 w 677144"/>
                <a:gd name="connsiteY8" fmla="*/ 673690 h 699255"/>
                <a:gd name="connsiteX9" fmla="*/ 677144 w 677144"/>
                <a:gd name="connsiteY9" fmla="*/ 699255 h 699255"/>
                <a:gd name="connsiteX10" fmla="*/ 540334 w 677144"/>
                <a:gd name="connsiteY10" fmla="*/ 699255 h 699255"/>
                <a:gd name="connsiteX11" fmla="*/ 402832 w 677144"/>
                <a:gd name="connsiteY11" fmla="*/ 699255 h 699255"/>
                <a:gd name="connsiteX12" fmla="*/ 345482 w 677144"/>
                <a:gd name="connsiteY12" fmla="*/ 578337 h 699255"/>
                <a:gd name="connsiteX13" fmla="*/ 270167 w 677144"/>
                <a:gd name="connsiteY13" fmla="*/ 458800 h 699255"/>
                <a:gd name="connsiteX14" fmla="*/ 252202 w 677144"/>
                <a:gd name="connsiteY14" fmla="*/ 460873 h 699255"/>
                <a:gd name="connsiteX15" fmla="*/ 250129 w 677144"/>
                <a:gd name="connsiteY15" fmla="*/ 580410 h 699255"/>
                <a:gd name="connsiteX16" fmla="*/ 248747 w 677144"/>
                <a:gd name="connsiteY16" fmla="*/ 699255 h 699255"/>
                <a:gd name="connsiteX17" fmla="*/ 124373 w 677144"/>
                <a:gd name="connsiteY17" fmla="*/ 699255 h 699255"/>
                <a:gd name="connsiteX18" fmla="*/ 0 w 677144"/>
                <a:gd name="connsiteY18" fmla="*/ 699255 h 699255"/>
                <a:gd name="connsiteX19" fmla="*/ 0 w 677144"/>
                <a:gd name="connsiteY19" fmla="*/ 349628 h 699255"/>
                <a:gd name="connsiteX20" fmla="*/ 386940 w 677144"/>
                <a:gd name="connsiteY20" fmla="*/ 257039 h 699255"/>
                <a:gd name="connsiteX21" fmla="*/ 385558 w 677144"/>
                <a:gd name="connsiteY21" fmla="*/ 208671 h 699255"/>
                <a:gd name="connsiteX22" fmla="*/ 309552 w 677144"/>
                <a:gd name="connsiteY22" fmla="*/ 194852 h 699255"/>
                <a:gd name="connsiteX23" fmla="*/ 248747 w 677144"/>
                <a:gd name="connsiteY23" fmla="*/ 194852 h 699255"/>
                <a:gd name="connsiteX24" fmla="*/ 248747 w 677144"/>
                <a:gd name="connsiteY24" fmla="*/ 232855 h 699255"/>
                <a:gd name="connsiteX25" fmla="*/ 248747 w 677144"/>
                <a:gd name="connsiteY25" fmla="*/ 270858 h 699255"/>
                <a:gd name="connsiteX26" fmla="*/ 310934 w 677144"/>
                <a:gd name="connsiteY26" fmla="*/ 270858 h 699255"/>
                <a:gd name="connsiteX27" fmla="*/ 386940 w 677144"/>
                <a:gd name="connsiteY27" fmla="*/ 257039 h 6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7144" h="699255">
                  <a:moveTo>
                    <a:pt x="0" y="349628"/>
                  </a:moveTo>
                  <a:lnTo>
                    <a:pt x="0" y="0"/>
                  </a:lnTo>
                  <a:lnTo>
                    <a:pt x="250820" y="2764"/>
                  </a:lnTo>
                  <a:cubicBezTo>
                    <a:pt x="532042" y="6219"/>
                    <a:pt x="539643" y="7601"/>
                    <a:pt x="596302" y="56659"/>
                  </a:cubicBezTo>
                  <a:cubicBezTo>
                    <a:pt x="634305" y="90517"/>
                    <a:pt x="657107" y="141648"/>
                    <a:pt x="661943" y="201761"/>
                  </a:cubicBezTo>
                  <a:cubicBezTo>
                    <a:pt x="668162" y="290896"/>
                    <a:pt x="641214" y="357228"/>
                    <a:pt x="581101" y="400759"/>
                  </a:cubicBezTo>
                  <a:lnTo>
                    <a:pt x="554153" y="420106"/>
                  </a:lnTo>
                  <a:lnTo>
                    <a:pt x="615649" y="534115"/>
                  </a:lnTo>
                  <a:cubicBezTo>
                    <a:pt x="660561" y="617721"/>
                    <a:pt x="676453" y="654343"/>
                    <a:pt x="677144" y="673690"/>
                  </a:cubicBezTo>
                  <a:lnTo>
                    <a:pt x="677144" y="699255"/>
                  </a:lnTo>
                  <a:lnTo>
                    <a:pt x="540334" y="699255"/>
                  </a:lnTo>
                  <a:lnTo>
                    <a:pt x="402832" y="699255"/>
                  </a:lnTo>
                  <a:lnTo>
                    <a:pt x="345482" y="578337"/>
                  </a:lnTo>
                  <a:cubicBezTo>
                    <a:pt x="290896" y="464328"/>
                    <a:pt x="286750" y="456727"/>
                    <a:pt x="270167" y="458800"/>
                  </a:cubicBezTo>
                  <a:lnTo>
                    <a:pt x="252202" y="460873"/>
                  </a:lnTo>
                  <a:lnTo>
                    <a:pt x="250129" y="580410"/>
                  </a:lnTo>
                  <a:lnTo>
                    <a:pt x="248747" y="699255"/>
                  </a:lnTo>
                  <a:lnTo>
                    <a:pt x="124373" y="699255"/>
                  </a:lnTo>
                  <a:lnTo>
                    <a:pt x="0" y="699255"/>
                  </a:lnTo>
                  <a:lnTo>
                    <a:pt x="0" y="349628"/>
                  </a:lnTo>
                  <a:close/>
                  <a:moveTo>
                    <a:pt x="386940" y="257039"/>
                  </a:moveTo>
                  <a:cubicBezTo>
                    <a:pt x="404905" y="239074"/>
                    <a:pt x="404214" y="226636"/>
                    <a:pt x="385558" y="208671"/>
                  </a:cubicBezTo>
                  <a:cubicBezTo>
                    <a:pt x="373120" y="196925"/>
                    <a:pt x="361374" y="194852"/>
                    <a:pt x="309552" y="194852"/>
                  </a:cubicBezTo>
                  <a:lnTo>
                    <a:pt x="248747" y="194852"/>
                  </a:lnTo>
                  <a:lnTo>
                    <a:pt x="248747" y="232855"/>
                  </a:lnTo>
                  <a:lnTo>
                    <a:pt x="248747" y="270858"/>
                  </a:lnTo>
                  <a:lnTo>
                    <a:pt x="310934" y="270858"/>
                  </a:lnTo>
                  <a:cubicBezTo>
                    <a:pt x="364138" y="270858"/>
                    <a:pt x="375193" y="268785"/>
                    <a:pt x="386940" y="257039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3672A0BC-ED39-64F3-8BDA-9AA21549335F}"/>
                </a:ext>
              </a:extLst>
            </p:cNvPr>
            <p:cNvSpPr/>
            <p:nvPr/>
          </p:nvSpPr>
          <p:spPr>
            <a:xfrm>
              <a:off x="7291899" y="6308466"/>
              <a:ext cx="662845" cy="628811"/>
            </a:xfrm>
            <a:custGeom>
              <a:avLst/>
              <a:gdLst>
                <a:gd name="connsiteX0" fmla="*/ 0 w 760060"/>
                <a:gd name="connsiteY0" fmla="*/ 671616 h 697873"/>
                <a:gd name="connsiteX1" fmla="*/ 110554 w 760060"/>
                <a:gd name="connsiteY1" fmla="*/ 341336 h 697873"/>
                <a:gd name="connsiteX2" fmla="*/ 228709 w 760060"/>
                <a:gd name="connsiteY2" fmla="*/ 18656 h 697873"/>
                <a:gd name="connsiteX3" fmla="*/ 237000 w 760060"/>
                <a:gd name="connsiteY3" fmla="*/ 0 h 697873"/>
                <a:gd name="connsiteX4" fmla="*/ 378648 w 760060"/>
                <a:gd name="connsiteY4" fmla="*/ 1382 h 697873"/>
                <a:gd name="connsiteX5" fmla="*/ 520296 w 760060"/>
                <a:gd name="connsiteY5" fmla="*/ 3455 h 697873"/>
                <a:gd name="connsiteX6" fmla="*/ 640523 w 760060"/>
                <a:gd name="connsiteY6" fmla="*/ 331663 h 697873"/>
                <a:gd name="connsiteX7" fmla="*/ 760060 w 760060"/>
                <a:gd name="connsiteY7" fmla="*/ 678526 h 697873"/>
                <a:gd name="connsiteX8" fmla="*/ 760060 w 760060"/>
                <a:gd name="connsiteY8" fmla="*/ 697873 h 697873"/>
                <a:gd name="connsiteX9" fmla="*/ 627395 w 760060"/>
                <a:gd name="connsiteY9" fmla="*/ 696492 h 697873"/>
                <a:gd name="connsiteX10" fmla="*/ 494730 w 760060"/>
                <a:gd name="connsiteY10" fmla="*/ 694419 h 697873"/>
                <a:gd name="connsiteX11" fmla="*/ 481602 w 760060"/>
                <a:gd name="connsiteY11" fmla="*/ 651579 h 697873"/>
                <a:gd name="connsiteX12" fmla="*/ 468473 w 760060"/>
                <a:gd name="connsiteY12" fmla="*/ 608048 h 697873"/>
                <a:gd name="connsiteX13" fmla="*/ 373120 w 760060"/>
                <a:gd name="connsiteY13" fmla="*/ 608048 h 697873"/>
                <a:gd name="connsiteX14" fmla="*/ 277768 w 760060"/>
                <a:gd name="connsiteY14" fmla="*/ 608048 h 697873"/>
                <a:gd name="connsiteX15" fmla="*/ 265330 w 760060"/>
                <a:gd name="connsiteY15" fmla="*/ 652961 h 697873"/>
                <a:gd name="connsiteX16" fmla="*/ 252202 w 760060"/>
                <a:gd name="connsiteY16" fmla="*/ 697873 h 697873"/>
                <a:gd name="connsiteX17" fmla="*/ 126446 w 760060"/>
                <a:gd name="connsiteY17" fmla="*/ 697873 h 697873"/>
                <a:gd name="connsiteX18" fmla="*/ 0 w 760060"/>
                <a:gd name="connsiteY18" fmla="*/ 697873 h 697873"/>
                <a:gd name="connsiteX19" fmla="*/ 0 w 760060"/>
                <a:gd name="connsiteY19" fmla="*/ 671616 h 697873"/>
                <a:gd name="connsiteX20" fmla="*/ 407669 w 760060"/>
                <a:gd name="connsiteY20" fmla="*/ 410433 h 697873"/>
                <a:gd name="connsiteX21" fmla="*/ 373120 w 760060"/>
                <a:gd name="connsiteY21" fmla="*/ 301951 h 697873"/>
                <a:gd name="connsiteX22" fmla="*/ 338572 w 760060"/>
                <a:gd name="connsiteY22" fmla="*/ 410433 h 697873"/>
                <a:gd name="connsiteX23" fmla="*/ 373120 w 760060"/>
                <a:gd name="connsiteY23" fmla="*/ 414578 h 697873"/>
                <a:gd name="connsiteX24" fmla="*/ 407669 w 760060"/>
                <a:gd name="connsiteY24" fmla="*/ 410433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0060" h="697873">
                  <a:moveTo>
                    <a:pt x="0" y="671616"/>
                  </a:moveTo>
                  <a:cubicBezTo>
                    <a:pt x="0" y="655034"/>
                    <a:pt x="40076" y="534806"/>
                    <a:pt x="110554" y="341336"/>
                  </a:cubicBezTo>
                  <a:cubicBezTo>
                    <a:pt x="171359" y="174814"/>
                    <a:pt x="224563" y="29711"/>
                    <a:pt x="228709" y="18656"/>
                  </a:cubicBezTo>
                  <a:lnTo>
                    <a:pt x="237000" y="0"/>
                  </a:lnTo>
                  <a:lnTo>
                    <a:pt x="378648" y="1382"/>
                  </a:lnTo>
                  <a:lnTo>
                    <a:pt x="520296" y="3455"/>
                  </a:lnTo>
                  <a:lnTo>
                    <a:pt x="640523" y="331663"/>
                  </a:lnTo>
                  <a:cubicBezTo>
                    <a:pt x="706165" y="512004"/>
                    <a:pt x="760060" y="668162"/>
                    <a:pt x="760060" y="678526"/>
                  </a:cubicBezTo>
                  <a:lnTo>
                    <a:pt x="760060" y="697873"/>
                  </a:lnTo>
                  <a:lnTo>
                    <a:pt x="627395" y="696492"/>
                  </a:lnTo>
                  <a:lnTo>
                    <a:pt x="494730" y="694419"/>
                  </a:lnTo>
                  <a:lnTo>
                    <a:pt x="481602" y="651579"/>
                  </a:lnTo>
                  <a:lnTo>
                    <a:pt x="468473" y="608048"/>
                  </a:lnTo>
                  <a:lnTo>
                    <a:pt x="373120" y="608048"/>
                  </a:lnTo>
                  <a:lnTo>
                    <a:pt x="277768" y="608048"/>
                  </a:lnTo>
                  <a:lnTo>
                    <a:pt x="265330" y="652961"/>
                  </a:lnTo>
                  <a:lnTo>
                    <a:pt x="252202" y="697873"/>
                  </a:lnTo>
                  <a:lnTo>
                    <a:pt x="126446" y="697873"/>
                  </a:lnTo>
                  <a:lnTo>
                    <a:pt x="0" y="697873"/>
                  </a:lnTo>
                  <a:lnTo>
                    <a:pt x="0" y="671616"/>
                  </a:lnTo>
                  <a:close/>
                  <a:moveTo>
                    <a:pt x="407669" y="410433"/>
                  </a:moveTo>
                  <a:cubicBezTo>
                    <a:pt x="407669" y="393849"/>
                    <a:pt x="376575" y="297805"/>
                    <a:pt x="373120" y="301951"/>
                  </a:cubicBezTo>
                  <a:cubicBezTo>
                    <a:pt x="368284" y="306788"/>
                    <a:pt x="338572" y="401450"/>
                    <a:pt x="338572" y="410433"/>
                  </a:cubicBezTo>
                  <a:cubicBezTo>
                    <a:pt x="338572" y="412505"/>
                    <a:pt x="354464" y="414578"/>
                    <a:pt x="373120" y="414578"/>
                  </a:cubicBezTo>
                  <a:cubicBezTo>
                    <a:pt x="392467" y="414578"/>
                    <a:pt x="407669" y="412505"/>
                    <a:pt x="407669" y="410433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3982A8E9-7F2D-F7E3-10EB-59AF553BB6F8}"/>
                </a:ext>
              </a:extLst>
            </p:cNvPr>
            <p:cNvSpPr/>
            <p:nvPr/>
          </p:nvSpPr>
          <p:spPr>
            <a:xfrm>
              <a:off x="8033082" y="6308466"/>
              <a:ext cx="597163" cy="628811"/>
            </a:xfrm>
            <a:custGeom>
              <a:avLst/>
              <a:gdLst>
                <a:gd name="connsiteX0" fmla="*/ 214199 w 684744"/>
                <a:gd name="connsiteY0" fmla="*/ 452581 h 697873"/>
                <a:gd name="connsiteX1" fmla="*/ 214199 w 684744"/>
                <a:gd name="connsiteY1" fmla="*/ 207289 h 697873"/>
                <a:gd name="connsiteX2" fmla="*/ 107099 w 684744"/>
                <a:gd name="connsiteY2" fmla="*/ 207289 h 697873"/>
                <a:gd name="connsiteX3" fmla="*/ 0 w 684744"/>
                <a:gd name="connsiteY3" fmla="*/ 207289 h 697873"/>
                <a:gd name="connsiteX4" fmla="*/ 0 w 684744"/>
                <a:gd name="connsiteY4" fmla="*/ 103645 h 697873"/>
                <a:gd name="connsiteX5" fmla="*/ 0 w 684744"/>
                <a:gd name="connsiteY5" fmla="*/ 0 h 697873"/>
                <a:gd name="connsiteX6" fmla="*/ 340645 w 684744"/>
                <a:gd name="connsiteY6" fmla="*/ 1382 h 697873"/>
                <a:gd name="connsiteX7" fmla="*/ 680599 w 684744"/>
                <a:gd name="connsiteY7" fmla="*/ 3455 h 697873"/>
                <a:gd name="connsiteX8" fmla="*/ 682672 w 684744"/>
                <a:gd name="connsiteY8" fmla="*/ 105717 h 697873"/>
                <a:gd name="connsiteX9" fmla="*/ 684745 w 684744"/>
                <a:gd name="connsiteY9" fmla="*/ 207289 h 697873"/>
                <a:gd name="connsiteX10" fmla="*/ 576955 w 684744"/>
                <a:gd name="connsiteY10" fmla="*/ 207289 h 697873"/>
                <a:gd name="connsiteX11" fmla="*/ 469855 w 684744"/>
                <a:gd name="connsiteY11" fmla="*/ 207289 h 697873"/>
                <a:gd name="connsiteX12" fmla="*/ 469855 w 684744"/>
                <a:gd name="connsiteY12" fmla="*/ 452581 h 697873"/>
                <a:gd name="connsiteX13" fmla="*/ 469855 w 684744"/>
                <a:gd name="connsiteY13" fmla="*/ 697873 h 697873"/>
                <a:gd name="connsiteX14" fmla="*/ 342027 w 684744"/>
                <a:gd name="connsiteY14" fmla="*/ 697873 h 697873"/>
                <a:gd name="connsiteX15" fmla="*/ 214199 w 684744"/>
                <a:gd name="connsiteY15" fmla="*/ 697873 h 697873"/>
                <a:gd name="connsiteX16" fmla="*/ 214199 w 684744"/>
                <a:gd name="connsiteY16" fmla="*/ 452581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744" h="697873">
                  <a:moveTo>
                    <a:pt x="214199" y="452581"/>
                  </a:moveTo>
                  <a:lnTo>
                    <a:pt x="214199" y="207289"/>
                  </a:lnTo>
                  <a:lnTo>
                    <a:pt x="107099" y="207289"/>
                  </a:lnTo>
                  <a:lnTo>
                    <a:pt x="0" y="207289"/>
                  </a:lnTo>
                  <a:lnTo>
                    <a:pt x="0" y="103645"/>
                  </a:lnTo>
                  <a:lnTo>
                    <a:pt x="0" y="0"/>
                  </a:lnTo>
                  <a:lnTo>
                    <a:pt x="340645" y="1382"/>
                  </a:lnTo>
                  <a:lnTo>
                    <a:pt x="680599" y="3455"/>
                  </a:lnTo>
                  <a:lnTo>
                    <a:pt x="682672" y="105717"/>
                  </a:lnTo>
                  <a:lnTo>
                    <a:pt x="684745" y="207289"/>
                  </a:lnTo>
                  <a:lnTo>
                    <a:pt x="576955" y="207289"/>
                  </a:lnTo>
                  <a:lnTo>
                    <a:pt x="469855" y="207289"/>
                  </a:lnTo>
                  <a:lnTo>
                    <a:pt x="469855" y="452581"/>
                  </a:lnTo>
                  <a:lnTo>
                    <a:pt x="469855" y="697873"/>
                  </a:lnTo>
                  <a:lnTo>
                    <a:pt x="342027" y="697873"/>
                  </a:lnTo>
                  <a:lnTo>
                    <a:pt x="214199" y="697873"/>
                  </a:lnTo>
                  <a:lnTo>
                    <a:pt x="214199" y="452581"/>
                  </a:ln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3F12279E-1B7C-46DB-0A87-482F5D8ACE92}"/>
                </a:ext>
              </a:extLst>
            </p:cNvPr>
            <p:cNvSpPr/>
            <p:nvPr/>
          </p:nvSpPr>
          <p:spPr>
            <a:xfrm>
              <a:off x="8768237" y="6308466"/>
              <a:ext cx="602586" cy="628811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E1B123AA-12C5-37BE-74F5-50E7310DD582}"/>
                </a:ext>
              </a:extLst>
            </p:cNvPr>
            <p:cNvSpPr/>
            <p:nvPr/>
          </p:nvSpPr>
          <p:spPr>
            <a:xfrm>
              <a:off x="9557626" y="6308466"/>
              <a:ext cx="216930" cy="628811"/>
            </a:xfrm>
            <a:custGeom>
              <a:avLst/>
              <a:gdLst>
                <a:gd name="connsiteX0" fmla="*/ 0 w 248746"/>
                <a:gd name="connsiteY0" fmla="*/ 348937 h 697873"/>
                <a:gd name="connsiteX1" fmla="*/ 0 w 248746"/>
                <a:gd name="connsiteY1" fmla="*/ 0 h 697873"/>
                <a:gd name="connsiteX2" fmla="*/ 124373 w 248746"/>
                <a:gd name="connsiteY2" fmla="*/ 0 h 697873"/>
                <a:gd name="connsiteX3" fmla="*/ 248747 w 248746"/>
                <a:gd name="connsiteY3" fmla="*/ 0 h 697873"/>
                <a:gd name="connsiteX4" fmla="*/ 248747 w 248746"/>
                <a:gd name="connsiteY4" fmla="*/ 348937 h 697873"/>
                <a:gd name="connsiteX5" fmla="*/ 248747 w 248746"/>
                <a:gd name="connsiteY5" fmla="*/ 697873 h 697873"/>
                <a:gd name="connsiteX6" fmla="*/ 124373 w 248746"/>
                <a:gd name="connsiteY6" fmla="*/ 697873 h 697873"/>
                <a:gd name="connsiteX7" fmla="*/ 0 w 248746"/>
                <a:gd name="connsiteY7" fmla="*/ 697873 h 697873"/>
                <a:gd name="connsiteX8" fmla="*/ 0 w 248746"/>
                <a:gd name="connsiteY8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746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348937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4E2E982A-5D95-4976-7415-6679F77A5A9F}"/>
                </a:ext>
              </a:extLst>
            </p:cNvPr>
            <p:cNvSpPr/>
            <p:nvPr/>
          </p:nvSpPr>
          <p:spPr>
            <a:xfrm>
              <a:off x="9961360" y="6307842"/>
              <a:ext cx="584508" cy="629433"/>
            </a:xfrm>
            <a:custGeom>
              <a:avLst/>
              <a:gdLst>
                <a:gd name="connsiteX0" fmla="*/ 0 w 670234"/>
                <a:gd name="connsiteY0" fmla="*/ 348937 h 698564"/>
                <a:gd name="connsiteX1" fmla="*/ 0 w 670234"/>
                <a:gd name="connsiteY1" fmla="*/ 0 h 698564"/>
                <a:gd name="connsiteX2" fmla="*/ 261184 w 670234"/>
                <a:gd name="connsiteY2" fmla="*/ 2073 h 698564"/>
                <a:gd name="connsiteX3" fmla="*/ 557607 w 670234"/>
                <a:gd name="connsiteY3" fmla="*/ 20729 h 698564"/>
                <a:gd name="connsiteX4" fmla="*/ 650197 w 670234"/>
                <a:gd name="connsiteY4" fmla="*/ 119537 h 698564"/>
                <a:gd name="connsiteX5" fmla="*/ 637068 w 670234"/>
                <a:gd name="connsiteY5" fmla="*/ 288822 h 698564"/>
                <a:gd name="connsiteX6" fmla="*/ 608048 w 670234"/>
                <a:gd name="connsiteY6" fmla="*/ 325444 h 698564"/>
                <a:gd name="connsiteX7" fmla="*/ 619794 w 670234"/>
                <a:gd name="connsiteY7" fmla="*/ 355156 h 698564"/>
                <a:gd name="connsiteX8" fmla="*/ 670235 w 670234"/>
                <a:gd name="connsiteY8" fmla="*/ 498185 h 698564"/>
                <a:gd name="connsiteX9" fmla="*/ 607357 w 670234"/>
                <a:gd name="connsiteY9" fmla="*/ 657106 h 698564"/>
                <a:gd name="connsiteX10" fmla="*/ 254275 w 670234"/>
                <a:gd name="connsiteY10" fmla="*/ 698564 h 698564"/>
                <a:gd name="connsiteX11" fmla="*/ 0 w 670234"/>
                <a:gd name="connsiteY11" fmla="*/ 698564 h 698564"/>
                <a:gd name="connsiteX12" fmla="*/ 0 w 670234"/>
                <a:gd name="connsiteY12" fmla="*/ 348937 h 698564"/>
                <a:gd name="connsiteX13" fmla="*/ 399377 w 670234"/>
                <a:gd name="connsiteY13" fmla="*/ 494039 h 698564"/>
                <a:gd name="connsiteX14" fmla="*/ 402832 w 670234"/>
                <a:gd name="connsiteY14" fmla="*/ 448436 h 698564"/>
                <a:gd name="connsiteX15" fmla="*/ 319916 w 670234"/>
                <a:gd name="connsiteY15" fmla="*/ 435998 h 698564"/>
                <a:gd name="connsiteX16" fmla="*/ 248747 w 670234"/>
                <a:gd name="connsiteY16" fmla="*/ 435998 h 698564"/>
                <a:gd name="connsiteX17" fmla="*/ 248747 w 670234"/>
                <a:gd name="connsiteY17" fmla="*/ 470546 h 698564"/>
                <a:gd name="connsiteX18" fmla="*/ 248747 w 670234"/>
                <a:gd name="connsiteY18" fmla="*/ 505094 h 698564"/>
                <a:gd name="connsiteX19" fmla="*/ 316461 w 670234"/>
                <a:gd name="connsiteY19" fmla="*/ 505094 h 698564"/>
                <a:gd name="connsiteX20" fmla="*/ 399377 w 670234"/>
                <a:gd name="connsiteY20" fmla="*/ 494039 h 698564"/>
                <a:gd name="connsiteX21" fmla="*/ 386940 w 670234"/>
                <a:gd name="connsiteY21" fmla="*/ 242528 h 698564"/>
                <a:gd name="connsiteX22" fmla="*/ 385558 w 670234"/>
                <a:gd name="connsiteY22" fmla="*/ 201070 h 698564"/>
                <a:gd name="connsiteX23" fmla="*/ 309552 w 670234"/>
                <a:gd name="connsiteY23" fmla="*/ 187251 h 698564"/>
                <a:gd name="connsiteX24" fmla="*/ 248747 w 670234"/>
                <a:gd name="connsiteY24" fmla="*/ 187251 h 698564"/>
                <a:gd name="connsiteX25" fmla="*/ 248747 w 670234"/>
                <a:gd name="connsiteY25" fmla="*/ 221799 h 698564"/>
                <a:gd name="connsiteX26" fmla="*/ 248747 w 670234"/>
                <a:gd name="connsiteY26" fmla="*/ 256347 h 698564"/>
                <a:gd name="connsiteX27" fmla="*/ 310934 w 670234"/>
                <a:gd name="connsiteY27" fmla="*/ 256347 h 698564"/>
                <a:gd name="connsiteX28" fmla="*/ 386940 w 670234"/>
                <a:gd name="connsiteY28" fmla="*/ 242528 h 69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70234" h="698564">
                  <a:moveTo>
                    <a:pt x="0" y="348937"/>
                  </a:moveTo>
                  <a:lnTo>
                    <a:pt x="0" y="0"/>
                  </a:lnTo>
                  <a:lnTo>
                    <a:pt x="261184" y="2073"/>
                  </a:lnTo>
                  <a:cubicBezTo>
                    <a:pt x="518223" y="4146"/>
                    <a:pt x="522368" y="4146"/>
                    <a:pt x="557607" y="20729"/>
                  </a:cubicBezTo>
                  <a:cubicBezTo>
                    <a:pt x="602520" y="40767"/>
                    <a:pt x="639141" y="80152"/>
                    <a:pt x="650197" y="119537"/>
                  </a:cubicBezTo>
                  <a:cubicBezTo>
                    <a:pt x="661944" y="164449"/>
                    <a:pt x="655034" y="253583"/>
                    <a:pt x="637068" y="288822"/>
                  </a:cubicBezTo>
                  <a:cubicBezTo>
                    <a:pt x="628777" y="304715"/>
                    <a:pt x="615649" y="321298"/>
                    <a:pt x="608048" y="325444"/>
                  </a:cubicBezTo>
                  <a:cubicBezTo>
                    <a:pt x="594920" y="332353"/>
                    <a:pt x="595610" y="333735"/>
                    <a:pt x="619794" y="355156"/>
                  </a:cubicBezTo>
                  <a:cubicBezTo>
                    <a:pt x="658489" y="389012"/>
                    <a:pt x="670235" y="421488"/>
                    <a:pt x="670235" y="498185"/>
                  </a:cubicBezTo>
                  <a:cubicBezTo>
                    <a:pt x="670235" y="579719"/>
                    <a:pt x="652961" y="623940"/>
                    <a:pt x="607357" y="657106"/>
                  </a:cubicBezTo>
                  <a:cubicBezTo>
                    <a:pt x="552771" y="696491"/>
                    <a:pt x="534806" y="698564"/>
                    <a:pt x="254275" y="698564"/>
                  </a:cubicBezTo>
                  <a:lnTo>
                    <a:pt x="0" y="698564"/>
                  </a:lnTo>
                  <a:lnTo>
                    <a:pt x="0" y="348937"/>
                  </a:lnTo>
                  <a:close/>
                  <a:moveTo>
                    <a:pt x="399377" y="494039"/>
                  </a:moveTo>
                  <a:cubicBezTo>
                    <a:pt x="417342" y="481601"/>
                    <a:pt x="418724" y="465710"/>
                    <a:pt x="402832" y="448436"/>
                  </a:cubicBezTo>
                  <a:cubicBezTo>
                    <a:pt x="393159" y="438071"/>
                    <a:pt x="380721" y="435998"/>
                    <a:pt x="319916" y="435998"/>
                  </a:cubicBezTo>
                  <a:lnTo>
                    <a:pt x="248747" y="435998"/>
                  </a:lnTo>
                  <a:lnTo>
                    <a:pt x="248747" y="470546"/>
                  </a:lnTo>
                  <a:lnTo>
                    <a:pt x="248747" y="505094"/>
                  </a:lnTo>
                  <a:lnTo>
                    <a:pt x="316461" y="505094"/>
                  </a:lnTo>
                  <a:cubicBezTo>
                    <a:pt x="366211" y="505094"/>
                    <a:pt x="387630" y="502330"/>
                    <a:pt x="399377" y="494039"/>
                  </a:cubicBezTo>
                  <a:close/>
                  <a:moveTo>
                    <a:pt x="386940" y="242528"/>
                  </a:moveTo>
                  <a:cubicBezTo>
                    <a:pt x="404214" y="225254"/>
                    <a:pt x="404214" y="219035"/>
                    <a:pt x="385558" y="201070"/>
                  </a:cubicBezTo>
                  <a:cubicBezTo>
                    <a:pt x="373120" y="189324"/>
                    <a:pt x="361374" y="187251"/>
                    <a:pt x="309552" y="187251"/>
                  </a:cubicBezTo>
                  <a:lnTo>
                    <a:pt x="248747" y="187251"/>
                  </a:lnTo>
                  <a:lnTo>
                    <a:pt x="248747" y="221799"/>
                  </a:lnTo>
                  <a:lnTo>
                    <a:pt x="248747" y="256347"/>
                  </a:lnTo>
                  <a:lnTo>
                    <a:pt x="310934" y="256347"/>
                  </a:lnTo>
                  <a:cubicBezTo>
                    <a:pt x="364138" y="256347"/>
                    <a:pt x="375193" y="254274"/>
                    <a:pt x="386940" y="242528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A4A0F885-B968-2E43-D52B-6F3322EC6BB7}"/>
                </a:ext>
              </a:extLst>
            </p:cNvPr>
            <p:cNvSpPr/>
            <p:nvPr/>
          </p:nvSpPr>
          <p:spPr>
            <a:xfrm>
              <a:off x="10696513" y="6308466"/>
              <a:ext cx="602586" cy="628811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BA1C4C37-194C-AAC3-6446-1AB8E9FB11B5}"/>
                </a:ext>
              </a:extLst>
            </p:cNvPr>
            <p:cNvSpPr/>
            <p:nvPr/>
          </p:nvSpPr>
          <p:spPr>
            <a:xfrm>
              <a:off x="11425645" y="6308466"/>
              <a:ext cx="662845" cy="628811"/>
            </a:xfrm>
            <a:custGeom>
              <a:avLst/>
              <a:gdLst>
                <a:gd name="connsiteX0" fmla="*/ 0 w 760060"/>
                <a:gd name="connsiteY0" fmla="*/ 676454 h 697873"/>
                <a:gd name="connsiteX1" fmla="*/ 231473 w 760060"/>
                <a:gd name="connsiteY1" fmla="*/ 22802 h 697873"/>
                <a:gd name="connsiteX2" fmla="*/ 241147 w 760060"/>
                <a:gd name="connsiteY2" fmla="*/ 0 h 697873"/>
                <a:gd name="connsiteX3" fmla="*/ 382103 w 760060"/>
                <a:gd name="connsiteY3" fmla="*/ 0 h 697873"/>
                <a:gd name="connsiteX4" fmla="*/ 523059 w 760060"/>
                <a:gd name="connsiteY4" fmla="*/ 0 h 697873"/>
                <a:gd name="connsiteX5" fmla="*/ 641905 w 760060"/>
                <a:gd name="connsiteY5" fmla="*/ 326826 h 697873"/>
                <a:gd name="connsiteX6" fmla="*/ 760060 w 760060"/>
                <a:gd name="connsiteY6" fmla="*/ 675763 h 697873"/>
                <a:gd name="connsiteX7" fmla="*/ 760060 w 760060"/>
                <a:gd name="connsiteY7" fmla="*/ 697873 h 697873"/>
                <a:gd name="connsiteX8" fmla="*/ 629468 w 760060"/>
                <a:gd name="connsiteY8" fmla="*/ 697873 h 697873"/>
                <a:gd name="connsiteX9" fmla="*/ 498875 w 760060"/>
                <a:gd name="connsiteY9" fmla="*/ 697873 h 697873"/>
                <a:gd name="connsiteX10" fmla="*/ 485748 w 760060"/>
                <a:gd name="connsiteY10" fmla="*/ 655034 h 697873"/>
                <a:gd name="connsiteX11" fmla="*/ 472619 w 760060"/>
                <a:gd name="connsiteY11" fmla="*/ 611503 h 697873"/>
                <a:gd name="connsiteX12" fmla="*/ 376575 w 760060"/>
                <a:gd name="connsiteY12" fmla="*/ 611503 h 697873"/>
                <a:gd name="connsiteX13" fmla="*/ 280531 w 760060"/>
                <a:gd name="connsiteY13" fmla="*/ 611503 h 697873"/>
                <a:gd name="connsiteX14" fmla="*/ 268094 w 760060"/>
                <a:gd name="connsiteY14" fmla="*/ 655034 h 697873"/>
                <a:gd name="connsiteX15" fmla="*/ 254966 w 760060"/>
                <a:gd name="connsiteY15" fmla="*/ 697873 h 697873"/>
                <a:gd name="connsiteX16" fmla="*/ 127828 w 760060"/>
                <a:gd name="connsiteY16" fmla="*/ 697873 h 697873"/>
                <a:gd name="connsiteX17" fmla="*/ 0 w 760060"/>
                <a:gd name="connsiteY17" fmla="*/ 697873 h 697873"/>
                <a:gd name="connsiteX18" fmla="*/ 0 w 760060"/>
                <a:gd name="connsiteY18" fmla="*/ 676454 h 697873"/>
                <a:gd name="connsiteX19" fmla="*/ 413887 w 760060"/>
                <a:gd name="connsiteY19" fmla="*/ 409742 h 697873"/>
                <a:gd name="connsiteX20" fmla="*/ 395231 w 760060"/>
                <a:gd name="connsiteY20" fmla="*/ 346863 h 697873"/>
                <a:gd name="connsiteX21" fmla="*/ 376575 w 760060"/>
                <a:gd name="connsiteY21" fmla="*/ 289514 h 697873"/>
                <a:gd name="connsiteX22" fmla="*/ 358610 w 760060"/>
                <a:gd name="connsiteY22" fmla="*/ 351701 h 697873"/>
                <a:gd name="connsiteX23" fmla="*/ 339954 w 760060"/>
                <a:gd name="connsiteY23" fmla="*/ 414578 h 697873"/>
                <a:gd name="connsiteX24" fmla="*/ 377266 w 760060"/>
                <a:gd name="connsiteY24" fmla="*/ 414578 h 697873"/>
                <a:gd name="connsiteX25" fmla="*/ 413887 w 760060"/>
                <a:gd name="connsiteY25" fmla="*/ 409742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0060" h="697873">
                  <a:moveTo>
                    <a:pt x="0" y="676454"/>
                  </a:moveTo>
                  <a:cubicBezTo>
                    <a:pt x="0" y="659870"/>
                    <a:pt x="192088" y="118846"/>
                    <a:pt x="231473" y="22802"/>
                  </a:cubicBezTo>
                  <a:lnTo>
                    <a:pt x="241147" y="0"/>
                  </a:lnTo>
                  <a:lnTo>
                    <a:pt x="382103" y="0"/>
                  </a:lnTo>
                  <a:lnTo>
                    <a:pt x="523059" y="0"/>
                  </a:lnTo>
                  <a:lnTo>
                    <a:pt x="641905" y="326826"/>
                  </a:lnTo>
                  <a:cubicBezTo>
                    <a:pt x="706856" y="505785"/>
                    <a:pt x="760060" y="663325"/>
                    <a:pt x="760060" y="675763"/>
                  </a:cubicBezTo>
                  <a:lnTo>
                    <a:pt x="760060" y="697873"/>
                  </a:lnTo>
                  <a:lnTo>
                    <a:pt x="629468" y="697873"/>
                  </a:lnTo>
                  <a:lnTo>
                    <a:pt x="498875" y="697873"/>
                  </a:lnTo>
                  <a:lnTo>
                    <a:pt x="485748" y="655034"/>
                  </a:lnTo>
                  <a:lnTo>
                    <a:pt x="472619" y="611503"/>
                  </a:lnTo>
                  <a:lnTo>
                    <a:pt x="376575" y="611503"/>
                  </a:lnTo>
                  <a:lnTo>
                    <a:pt x="280531" y="611503"/>
                  </a:lnTo>
                  <a:lnTo>
                    <a:pt x="268094" y="655034"/>
                  </a:lnTo>
                  <a:lnTo>
                    <a:pt x="254966" y="697873"/>
                  </a:lnTo>
                  <a:lnTo>
                    <a:pt x="127828" y="697873"/>
                  </a:lnTo>
                  <a:lnTo>
                    <a:pt x="0" y="697873"/>
                  </a:lnTo>
                  <a:lnTo>
                    <a:pt x="0" y="676454"/>
                  </a:lnTo>
                  <a:close/>
                  <a:moveTo>
                    <a:pt x="413887" y="409742"/>
                  </a:moveTo>
                  <a:cubicBezTo>
                    <a:pt x="413887" y="406287"/>
                    <a:pt x="404905" y="378648"/>
                    <a:pt x="395231" y="346863"/>
                  </a:cubicBezTo>
                  <a:lnTo>
                    <a:pt x="376575" y="289514"/>
                  </a:lnTo>
                  <a:lnTo>
                    <a:pt x="358610" y="351701"/>
                  </a:lnTo>
                  <a:lnTo>
                    <a:pt x="339954" y="414578"/>
                  </a:lnTo>
                  <a:lnTo>
                    <a:pt x="377266" y="414578"/>
                  </a:lnTo>
                  <a:cubicBezTo>
                    <a:pt x="397995" y="414578"/>
                    <a:pt x="414578" y="412505"/>
                    <a:pt x="413887" y="409742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D17CAC0D-EFEB-55B9-571E-2E9C3C5B561A}"/>
                </a:ext>
              </a:extLst>
            </p:cNvPr>
            <p:cNvSpPr/>
            <p:nvPr/>
          </p:nvSpPr>
          <p:spPr>
            <a:xfrm>
              <a:off x="7873396" y="2542608"/>
              <a:ext cx="2528046" cy="3112143"/>
            </a:xfrm>
            <a:custGeom>
              <a:avLst/>
              <a:gdLst>
                <a:gd name="connsiteX0" fmla="*/ 801518 w 2898816"/>
                <a:gd name="connsiteY0" fmla="*/ 3447047 h 3453956"/>
                <a:gd name="connsiteX1" fmla="*/ 398686 w 2898816"/>
                <a:gd name="connsiteY1" fmla="*/ 3440137 h 3453956"/>
                <a:gd name="connsiteX2" fmla="*/ 0 w 2898816"/>
                <a:gd name="connsiteY2" fmla="*/ 3440137 h 3453956"/>
                <a:gd name="connsiteX3" fmla="*/ 0 w 2898816"/>
                <a:gd name="connsiteY3" fmla="*/ 1721019 h 3453956"/>
                <a:gd name="connsiteX4" fmla="*/ 0 w 2898816"/>
                <a:gd name="connsiteY4" fmla="*/ 2592 h 3453956"/>
                <a:gd name="connsiteX5" fmla="*/ 856795 w 2898816"/>
                <a:gd name="connsiteY5" fmla="*/ 520 h 3453956"/>
                <a:gd name="connsiteX6" fmla="*/ 1996194 w 2898816"/>
                <a:gd name="connsiteY6" fmla="*/ 23321 h 3453956"/>
                <a:gd name="connsiteX7" fmla="*/ 2698213 w 2898816"/>
                <a:gd name="connsiteY7" fmla="*/ 483503 h 3453956"/>
                <a:gd name="connsiteX8" fmla="*/ 2888228 w 2898816"/>
                <a:gd name="connsiteY8" fmla="*/ 970632 h 3453956"/>
                <a:gd name="connsiteX9" fmla="*/ 2885464 w 2898816"/>
                <a:gd name="connsiteY9" fmla="*/ 1415613 h 3453956"/>
                <a:gd name="connsiteX10" fmla="*/ 2508198 w 2898816"/>
                <a:gd name="connsiteY10" fmla="*/ 2096903 h 3453956"/>
                <a:gd name="connsiteX11" fmla="*/ 1982375 w 2898816"/>
                <a:gd name="connsiteY11" fmla="*/ 2320776 h 3453956"/>
                <a:gd name="connsiteX12" fmla="*/ 1372254 w 2898816"/>
                <a:gd name="connsiteY12" fmla="*/ 2338741 h 3453956"/>
                <a:gd name="connsiteX13" fmla="*/ 1350834 w 2898816"/>
                <a:gd name="connsiteY13" fmla="*/ 2168764 h 3453956"/>
                <a:gd name="connsiteX14" fmla="*/ 1350834 w 2898816"/>
                <a:gd name="connsiteY14" fmla="*/ 2023661 h 3453956"/>
                <a:gd name="connsiteX15" fmla="*/ 1357053 w 2898816"/>
                <a:gd name="connsiteY15" fmla="*/ 1941436 h 3453956"/>
                <a:gd name="connsiteX16" fmla="*/ 1617546 w 2898816"/>
                <a:gd name="connsiteY16" fmla="*/ 1935909 h 3453956"/>
                <a:gd name="connsiteX17" fmla="*/ 1865602 w 2898816"/>
                <a:gd name="connsiteY17" fmla="*/ 1936600 h 3453956"/>
                <a:gd name="connsiteX18" fmla="*/ 1927789 w 2898816"/>
                <a:gd name="connsiteY18" fmla="*/ 1917944 h 3453956"/>
                <a:gd name="connsiteX19" fmla="*/ 2385207 w 2898816"/>
                <a:gd name="connsiteY19" fmla="*/ 1567625 h 3453956"/>
                <a:gd name="connsiteX20" fmla="*/ 2484015 w 2898816"/>
                <a:gd name="connsiteY20" fmla="*/ 1168248 h 3453956"/>
                <a:gd name="connsiteX21" fmla="*/ 2449467 w 2898816"/>
                <a:gd name="connsiteY21" fmla="*/ 927102 h 3453956"/>
                <a:gd name="connsiteX22" fmla="*/ 2343058 w 2898816"/>
                <a:gd name="connsiteY22" fmla="*/ 719122 h 3453956"/>
                <a:gd name="connsiteX23" fmla="*/ 1918806 w 2898816"/>
                <a:gd name="connsiteY23" fmla="*/ 450337 h 3453956"/>
                <a:gd name="connsiteX24" fmla="*/ 1844873 w 2898816"/>
                <a:gd name="connsiteY24" fmla="*/ 432372 h 3453956"/>
                <a:gd name="connsiteX25" fmla="*/ 1143545 w 2898816"/>
                <a:gd name="connsiteY25" fmla="*/ 434445 h 3453956"/>
                <a:gd name="connsiteX26" fmla="*/ 437380 w 2898816"/>
                <a:gd name="connsiteY26" fmla="*/ 439282 h 3453956"/>
                <a:gd name="connsiteX27" fmla="*/ 438071 w 2898816"/>
                <a:gd name="connsiteY27" fmla="*/ 2934352 h 3453956"/>
                <a:gd name="connsiteX28" fmla="*/ 438762 w 2898816"/>
                <a:gd name="connsiteY28" fmla="*/ 3046288 h 3453956"/>
                <a:gd name="connsiteX29" fmla="*/ 565208 w 2898816"/>
                <a:gd name="connsiteY29" fmla="*/ 3046288 h 3453956"/>
                <a:gd name="connsiteX30" fmla="*/ 690964 w 2898816"/>
                <a:gd name="connsiteY30" fmla="*/ 3046288 h 3453956"/>
                <a:gd name="connsiteX31" fmla="*/ 689582 w 2898816"/>
                <a:gd name="connsiteY31" fmla="*/ 2971664 h 3453956"/>
                <a:gd name="connsiteX32" fmla="*/ 683363 w 2898816"/>
                <a:gd name="connsiteY32" fmla="*/ 748142 h 3453956"/>
                <a:gd name="connsiteX33" fmla="*/ 782862 w 2898816"/>
                <a:gd name="connsiteY33" fmla="*/ 752979 h 3453956"/>
                <a:gd name="connsiteX34" fmla="*/ 925891 w 2898816"/>
                <a:gd name="connsiteY34" fmla="*/ 829676 h 3453956"/>
                <a:gd name="connsiteX35" fmla="*/ 1050265 w 2898816"/>
                <a:gd name="connsiteY35" fmla="*/ 897390 h 3453956"/>
                <a:gd name="connsiteX36" fmla="*/ 1216096 w 2898816"/>
                <a:gd name="connsiteY36" fmla="*/ 983761 h 3453956"/>
                <a:gd name="connsiteX37" fmla="*/ 1422003 w 2898816"/>
                <a:gd name="connsiteY37" fmla="*/ 1091551 h 3453956"/>
                <a:gd name="connsiteX38" fmla="*/ 1487645 w 2898816"/>
                <a:gd name="connsiteY38" fmla="*/ 1125409 h 3453956"/>
                <a:gd name="connsiteX39" fmla="*/ 1518738 w 2898816"/>
                <a:gd name="connsiteY39" fmla="*/ 1142683 h 3453956"/>
                <a:gd name="connsiteX40" fmla="*/ 1544304 w 2898816"/>
                <a:gd name="connsiteY40" fmla="*/ 1188977 h 3453956"/>
                <a:gd name="connsiteX41" fmla="*/ 1544304 w 2898816"/>
                <a:gd name="connsiteY41" fmla="*/ 1217307 h 3453956"/>
                <a:gd name="connsiteX42" fmla="*/ 1466225 w 2898816"/>
                <a:gd name="connsiteY42" fmla="*/ 1213852 h 3453956"/>
                <a:gd name="connsiteX43" fmla="*/ 1288647 w 2898816"/>
                <a:gd name="connsiteY43" fmla="*/ 1170321 h 3453956"/>
                <a:gd name="connsiteX44" fmla="*/ 1149073 w 2898816"/>
                <a:gd name="connsiteY44" fmla="*/ 1110207 h 3453956"/>
                <a:gd name="connsiteX45" fmla="*/ 1108997 w 2898816"/>
                <a:gd name="connsiteY45" fmla="*/ 1090860 h 3453956"/>
                <a:gd name="connsiteX46" fmla="*/ 1108997 w 2898816"/>
                <a:gd name="connsiteY46" fmla="*/ 2265499 h 3453956"/>
                <a:gd name="connsiteX47" fmla="*/ 1108997 w 2898816"/>
                <a:gd name="connsiteY47" fmla="*/ 3440137 h 3453956"/>
                <a:gd name="connsiteX48" fmla="*/ 994988 w 2898816"/>
                <a:gd name="connsiteY48" fmla="*/ 3440137 h 3453956"/>
                <a:gd name="connsiteX49" fmla="*/ 880979 w 2898816"/>
                <a:gd name="connsiteY49" fmla="*/ 3447047 h 3453956"/>
                <a:gd name="connsiteX50" fmla="*/ 843667 w 2898816"/>
                <a:gd name="connsiteY50" fmla="*/ 3453956 h 3453956"/>
                <a:gd name="connsiteX51" fmla="*/ 801518 w 2898816"/>
                <a:gd name="connsiteY51" fmla="*/ 3447047 h 345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898816" h="3453956">
                  <a:moveTo>
                    <a:pt x="801518" y="3447047"/>
                  </a:moveTo>
                  <a:cubicBezTo>
                    <a:pt x="798754" y="3442901"/>
                    <a:pt x="657106" y="3440137"/>
                    <a:pt x="398686" y="3440137"/>
                  </a:cubicBezTo>
                  <a:lnTo>
                    <a:pt x="0" y="3440137"/>
                  </a:lnTo>
                  <a:lnTo>
                    <a:pt x="0" y="1721019"/>
                  </a:lnTo>
                  <a:lnTo>
                    <a:pt x="0" y="2592"/>
                  </a:lnTo>
                  <a:lnTo>
                    <a:pt x="856795" y="520"/>
                  </a:lnTo>
                  <a:cubicBezTo>
                    <a:pt x="1719809" y="-1553"/>
                    <a:pt x="1884949" y="1901"/>
                    <a:pt x="1996194" y="23321"/>
                  </a:cubicBezTo>
                  <a:cubicBezTo>
                    <a:pt x="2294000" y="80671"/>
                    <a:pt x="2533764" y="238211"/>
                    <a:pt x="2698213" y="483503"/>
                  </a:cubicBezTo>
                  <a:cubicBezTo>
                    <a:pt x="2803931" y="641734"/>
                    <a:pt x="2863354" y="794437"/>
                    <a:pt x="2888228" y="970632"/>
                  </a:cubicBezTo>
                  <a:cubicBezTo>
                    <a:pt x="2903430" y="1079805"/>
                    <a:pt x="2902048" y="1313351"/>
                    <a:pt x="2885464" y="1415613"/>
                  </a:cubicBezTo>
                  <a:cubicBezTo>
                    <a:pt x="2838479" y="1703745"/>
                    <a:pt x="2718252" y="1920708"/>
                    <a:pt x="2508198" y="2096903"/>
                  </a:cubicBezTo>
                  <a:cubicBezTo>
                    <a:pt x="2354114" y="2226805"/>
                    <a:pt x="2211775" y="2286918"/>
                    <a:pt x="1982375" y="2320776"/>
                  </a:cubicBezTo>
                  <a:cubicBezTo>
                    <a:pt x="1864220" y="2338741"/>
                    <a:pt x="1400584" y="2351869"/>
                    <a:pt x="1372254" y="2338741"/>
                  </a:cubicBezTo>
                  <a:cubicBezTo>
                    <a:pt x="1346689" y="2326995"/>
                    <a:pt x="1343925" y="2302120"/>
                    <a:pt x="1350834" y="2168764"/>
                  </a:cubicBezTo>
                  <a:cubicBezTo>
                    <a:pt x="1355671" y="2087921"/>
                    <a:pt x="1355671" y="2040245"/>
                    <a:pt x="1350834" y="2023661"/>
                  </a:cubicBezTo>
                  <a:cubicBezTo>
                    <a:pt x="1339779" y="1984276"/>
                    <a:pt x="1341852" y="1949037"/>
                    <a:pt x="1357053" y="1941436"/>
                  </a:cubicBezTo>
                  <a:cubicBezTo>
                    <a:pt x="1364653" y="1936600"/>
                    <a:pt x="1463461" y="1934527"/>
                    <a:pt x="1617546" y="1935909"/>
                  </a:cubicBezTo>
                  <a:lnTo>
                    <a:pt x="1865602" y="1936600"/>
                  </a:lnTo>
                  <a:lnTo>
                    <a:pt x="1927789" y="1917944"/>
                  </a:lnTo>
                  <a:cubicBezTo>
                    <a:pt x="2127478" y="1855757"/>
                    <a:pt x="2281562" y="1738293"/>
                    <a:pt x="2385207" y="1567625"/>
                  </a:cubicBezTo>
                  <a:cubicBezTo>
                    <a:pt x="2450849" y="1459835"/>
                    <a:pt x="2484015" y="1327170"/>
                    <a:pt x="2484015" y="1168248"/>
                  </a:cubicBezTo>
                  <a:cubicBezTo>
                    <a:pt x="2484015" y="1065295"/>
                    <a:pt x="2473650" y="993435"/>
                    <a:pt x="2449467" y="927102"/>
                  </a:cubicBezTo>
                  <a:cubicBezTo>
                    <a:pt x="2428047" y="869752"/>
                    <a:pt x="2378297" y="771635"/>
                    <a:pt x="2343058" y="719122"/>
                  </a:cubicBezTo>
                  <a:cubicBezTo>
                    <a:pt x="2261524" y="596130"/>
                    <a:pt x="2100530" y="494559"/>
                    <a:pt x="1918806" y="450337"/>
                  </a:cubicBezTo>
                  <a:lnTo>
                    <a:pt x="1844873" y="432372"/>
                  </a:lnTo>
                  <a:lnTo>
                    <a:pt x="1143545" y="434445"/>
                  </a:lnTo>
                  <a:cubicBezTo>
                    <a:pt x="757987" y="435136"/>
                    <a:pt x="440144" y="437209"/>
                    <a:pt x="437380" y="439282"/>
                  </a:cubicBezTo>
                  <a:cubicBezTo>
                    <a:pt x="433234" y="441354"/>
                    <a:pt x="433925" y="2165309"/>
                    <a:pt x="438071" y="2934352"/>
                  </a:cubicBezTo>
                  <a:lnTo>
                    <a:pt x="438762" y="3046288"/>
                  </a:lnTo>
                  <a:lnTo>
                    <a:pt x="565208" y="3046288"/>
                  </a:lnTo>
                  <a:lnTo>
                    <a:pt x="690964" y="3046288"/>
                  </a:lnTo>
                  <a:lnTo>
                    <a:pt x="689582" y="2971664"/>
                  </a:lnTo>
                  <a:cubicBezTo>
                    <a:pt x="685436" y="2684223"/>
                    <a:pt x="680599" y="761271"/>
                    <a:pt x="683363" y="748142"/>
                  </a:cubicBezTo>
                  <a:cubicBezTo>
                    <a:pt x="689582" y="723268"/>
                    <a:pt x="731731" y="725341"/>
                    <a:pt x="782862" y="752979"/>
                  </a:cubicBezTo>
                  <a:cubicBezTo>
                    <a:pt x="804282" y="764725"/>
                    <a:pt x="869232" y="799274"/>
                    <a:pt x="925891" y="829676"/>
                  </a:cubicBezTo>
                  <a:cubicBezTo>
                    <a:pt x="983241" y="860078"/>
                    <a:pt x="1039210" y="890481"/>
                    <a:pt x="1050265" y="897390"/>
                  </a:cubicBezTo>
                  <a:cubicBezTo>
                    <a:pt x="1062011" y="903609"/>
                    <a:pt x="1136635" y="942994"/>
                    <a:pt x="1216096" y="983761"/>
                  </a:cubicBezTo>
                  <a:cubicBezTo>
                    <a:pt x="1296248" y="1024528"/>
                    <a:pt x="1388146" y="1073586"/>
                    <a:pt x="1422003" y="1091551"/>
                  </a:cubicBezTo>
                  <a:cubicBezTo>
                    <a:pt x="1455169" y="1110207"/>
                    <a:pt x="1484190" y="1125409"/>
                    <a:pt x="1487645" y="1125409"/>
                  </a:cubicBezTo>
                  <a:cubicBezTo>
                    <a:pt x="1490409" y="1125409"/>
                    <a:pt x="1504228" y="1133009"/>
                    <a:pt x="1518738" y="1142683"/>
                  </a:cubicBezTo>
                  <a:cubicBezTo>
                    <a:pt x="1541540" y="1158575"/>
                    <a:pt x="1544304" y="1164102"/>
                    <a:pt x="1544304" y="1188977"/>
                  </a:cubicBezTo>
                  <a:lnTo>
                    <a:pt x="1544304" y="1217307"/>
                  </a:lnTo>
                  <a:lnTo>
                    <a:pt x="1466225" y="1213852"/>
                  </a:lnTo>
                  <a:cubicBezTo>
                    <a:pt x="1390910" y="1210397"/>
                    <a:pt x="1384692" y="1209015"/>
                    <a:pt x="1288647" y="1170321"/>
                  </a:cubicBezTo>
                  <a:cubicBezTo>
                    <a:pt x="1233370" y="1148210"/>
                    <a:pt x="1170493" y="1121263"/>
                    <a:pt x="1149073" y="1110207"/>
                  </a:cubicBezTo>
                  <a:lnTo>
                    <a:pt x="1108997" y="1090860"/>
                  </a:lnTo>
                  <a:lnTo>
                    <a:pt x="1108997" y="2265499"/>
                  </a:lnTo>
                  <a:lnTo>
                    <a:pt x="1108997" y="3440137"/>
                  </a:lnTo>
                  <a:lnTo>
                    <a:pt x="994988" y="3440137"/>
                  </a:lnTo>
                  <a:cubicBezTo>
                    <a:pt x="923819" y="3440137"/>
                    <a:pt x="880979" y="3442901"/>
                    <a:pt x="880979" y="3447047"/>
                  </a:cubicBezTo>
                  <a:cubicBezTo>
                    <a:pt x="880979" y="3451192"/>
                    <a:pt x="864395" y="3453956"/>
                    <a:pt x="843667" y="3453956"/>
                  </a:cubicBezTo>
                  <a:cubicBezTo>
                    <a:pt x="822938" y="3453956"/>
                    <a:pt x="803591" y="3451192"/>
                    <a:pt x="801518" y="3447047"/>
                  </a:cubicBezTo>
                  <a:close/>
                </a:path>
              </a:pathLst>
            </a:custGeom>
            <a:solidFill>
              <a:schemeClr val="bg1"/>
            </a:solidFill>
            <a:ln w="690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3B69B0C2-25D6-4092-3831-8C47D0D4333B}"/>
                </a:ext>
              </a:extLst>
            </p:cNvPr>
            <p:cNvSpPr/>
            <p:nvPr/>
          </p:nvSpPr>
          <p:spPr>
            <a:xfrm>
              <a:off x="5049361" y="1448884"/>
              <a:ext cx="7901940" cy="7901994"/>
            </a:xfrm>
            <a:prstGeom prst="ellipse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xmlns="" id="{EB085DFD-4EB2-363E-7464-10C80D4EE3E8}"/>
                </a:ext>
              </a:extLst>
            </p:cNvPr>
            <p:cNvSpPr txBox="1"/>
            <p:nvPr/>
          </p:nvSpPr>
          <p:spPr>
            <a:xfrm>
              <a:off x="6199154" y="6986592"/>
              <a:ext cx="5658548" cy="830997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TECHNOLOGIES</a:t>
              </a:r>
              <a:endParaRPr lang="en-IN" sz="48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158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9D7372A-3707-D357-244F-B570E1279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F10F35E0-E453-1329-BB83-11E7F05CE536}"/>
              </a:ext>
            </a:extLst>
          </p:cNvPr>
          <p:cNvGrpSpPr/>
          <p:nvPr/>
        </p:nvGrpSpPr>
        <p:grpSpPr>
          <a:xfrm>
            <a:off x="5049361" y="1448884"/>
            <a:ext cx="7901940" cy="7901994"/>
            <a:chOff x="5049361" y="1448884"/>
            <a:chExt cx="7901940" cy="790199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610EBD19-2680-75F5-68E0-9FCFCD17481A}"/>
                </a:ext>
              </a:extLst>
            </p:cNvPr>
            <p:cNvSpPr/>
            <p:nvPr/>
          </p:nvSpPr>
          <p:spPr>
            <a:xfrm>
              <a:off x="5911975" y="6309354"/>
              <a:ext cx="540236" cy="627920"/>
            </a:xfrm>
            <a:custGeom>
              <a:avLst/>
              <a:gdLst>
                <a:gd name="connsiteX0" fmla="*/ 1382 w 619467"/>
                <a:gd name="connsiteY0" fmla="*/ 350023 h 696886"/>
                <a:gd name="connsiteX1" fmla="*/ 3455 w 619467"/>
                <a:gd name="connsiteY1" fmla="*/ 2468 h 696886"/>
                <a:gd name="connsiteX2" fmla="*/ 213508 w 619467"/>
                <a:gd name="connsiteY2" fmla="*/ 395 h 696886"/>
                <a:gd name="connsiteX3" fmla="*/ 464328 w 619467"/>
                <a:gd name="connsiteY3" fmla="*/ 9377 h 696886"/>
                <a:gd name="connsiteX4" fmla="*/ 605975 w 619467"/>
                <a:gd name="connsiteY4" fmla="*/ 133751 h 696886"/>
                <a:gd name="connsiteX5" fmla="*/ 603902 w 619467"/>
                <a:gd name="connsiteY5" fmla="*/ 359005 h 696886"/>
                <a:gd name="connsiteX6" fmla="*/ 512004 w 619467"/>
                <a:gd name="connsiteY6" fmla="*/ 460577 h 696886"/>
                <a:gd name="connsiteX7" fmla="*/ 368284 w 619467"/>
                <a:gd name="connsiteY7" fmla="*/ 481306 h 696886"/>
                <a:gd name="connsiteX8" fmla="*/ 255657 w 619467"/>
                <a:gd name="connsiteY8" fmla="*/ 484069 h 696886"/>
                <a:gd name="connsiteX9" fmla="*/ 255657 w 619467"/>
                <a:gd name="connsiteY9" fmla="*/ 590478 h 696886"/>
                <a:gd name="connsiteX10" fmla="*/ 255657 w 619467"/>
                <a:gd name="connsiteY10" fmla="*/ 696886 h 696886"/>
                <a:gd name="connsiteX11" fmla="*/ 127828 w 619467"/>
                <a:gd name="connsiteY11" fmla="*/ 696886 h 696886"/>
                <a:gd name="connsiteX12" fmla="*/ 0 w 619467"/>
                <a:gd name="connsiteY12" fmla="*/ 696886 h 696886"/>
                <a:gd name="connsiteX13" fmla="*/ 1382 w 619467"/>
                <a:gd name="connsiteY13" fmla="*/ 350023 h 696886"/>
                <a:gd name="connsiteX14" fmla="*/ 348937 w 619467"/>
                <a:gd name="connsiteY14" fmla="*/ 271943 h 696886"/>
                <a:gd name="connsiteX15" fmla="*/ 348937 w 619467"/>
                <a:gd name="connsiteY15" fmla="*/ 216666 h 696886"/>
                <a:gd name="connsiteX16" fmla="*/ 293660 w 619467"/>
                <a:gd name="connsiteY16" fmla="*/ 199392 h 696886"/>
                <a:gd name="connsiteX17" fmla="*/ 255657 w 619467"/>
                <a:gd name="connsiteY17" fmla="*/ 199392 h 696886"/>
                <a:gd name="connsiteX18" fmla="*/ 255657 w 619467"/>
                <a:gd name="connsiteY18" fmla="*/ 244305 h 696886"/>
                <a:gd name="connsiteX19" fmla="*/ 255657 w 619467"/>
                <a:gd name="connsiteY19" fmla="*/ 289218 h 696886"/>
                <a:gd name="connsiteX20" fmla="*/ 293660 w 619467"/>
                <a:gd name="connsiteY20" fmla="*/ 289218 h 696886"/>
                <a:gd name="connsiteX21" fmla="*/ 348937 w 619467"/>
                <a:gd name="connsiteY21" fmla="*/ 271943 h 69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9467" h="696886">
                  <a:moveTo>
                    <a:pt x="1382" y="350023"/>
                  </a:moveTo>
                  <a:lnTo>
                    <a:pt x="3455" y="2468"/>
                  </a:lnTo>
                  <a:lnTo>
                    <a:pt x="213508" y="395"/>
                  </a:lnTo>
                  <a:cubicBezTo>
                    <a:pt x="382103" y="-987"/>
                    <a:pt x="431852" y="1086"/>
                    <a:pt x="464328" y="9377"/>
                  </a:cubicBezTo>
                  <a:cubicBezTo>
                    <a:pt x="533424" y="26651"/>
                    <a:pt x="574882" y="63272"/>
                    <a:pt x="605975" y="133751"/>
                  </a:cubicBezTo>
                  <a:cubicBezTo>
                    <a:pt x="624631" y="176591"/>
                    <a:pt x="623940" y="316165"/>
                    <a:pt x="603902" y="359005"/>
                  </a:cubicBezTo>
                  <a:cubicBezTo>
                    <a:pt x="584555" y="400463"/>
                    <a:pt x="551389" y="437775"/>
                    <a:pt x="512004" y="460577"/>
                  </a:cubicBezTo>
                  <a:cubicBezTo>
                    <a:pt x="481602" y="478542"/>
                    <a:pt x="475383" y="479233"/>
                    <a:pt x="368284" y="481306"/>
                  </a:cubicBezTo>
                  <a:lnTo>
                    <a:pt x="255657" y="484069"/>
                  </a:lnTo>
                  <a:lnTo>
                    <a:pt x="255657" y="590478"/>
                  </a:lnTo>
                  <a:lnTo>
                    <a:pt x="255657" y="696886"/>
                  </a:lnTo>
                  <a:lnTo>
                    <a:pt x="127828" y="696886"/>
                  </a:lnTo>
                  <a:lnTo>
                    <a:pt x="0" y="696886"/>
                  </a:lnTo>
                  <a:lnTo>
                    <a:pt x="1382" y="350023"/>
                  </a:lnTo>
                  <a:close/>
                  <a:moveTo>
                    <a:pt x="348937" y="271943"/>
                  </a:moveTo>
                  <a:cubicBezTo>
                    <a:pt x="370357" y="250524"/>
                    <a:pt x="370357" y="238086"/>
                    <a:pt x="348937" y="216666"/>
                  </a:cubicBezTo>
                  <a:cubicBezTo>
                    <a:pt x="335117" y="202156"/>
                    <a:pt x="325444" y="199392"/>
                    <a:pt x="293660" y="199392"/>
                  </a:cubicBezTo>
                  <a:lnTo>
                    <a:pt x="255657" y="199392"/>
                  </a:lnTo>
                  <a:lnTo>
                    <a:pt x="255657" y="244305"/>
                  </a:lnTo>
                  <a:lnTo>
                    <a:pt x="255657" y="289218"/>
                  </a:lnTo>
                  <a:lnTo>
                    <a:pt x="293660" y="289218"/>
                  </a:lnTo>
                  <a:cubicBezTo>
                    <a:pt x="325444" y="289218"/>
                    <a:pt x="335117" y="286454"/>
                    <a:pt x="348937" y="271943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5963465B-A5AE-B2C7-AF3A-B6648E253B18}"/>
                </a:ext>
              </a:extLst>
            </p:cNvPr>
            <p:cNvSpPr/>
            <p:nvPr/>
          </p:nvSpPr>
          <p:spPr>
            <a:xfrm>
              <a:off x="6604952" y="6307221"/>
              <a:ext cx="590534" cy="630056"/>
            </a:xfrm>
            <a:custGeom>
              <a:avLst/>
              <a:gdLst>
                <a:gd name="connsiteX0" fmla="*/ 0 w 677144"/>
                <a:gd name="connsiteY0" fmla="*/ 349628 h 699255"/>
                <a:gd name="connsiteX1" fmla="*/ 0 w 677144"/>
                <a:gd name="connsiteY1" fmla="*/ 0 h 699255"/>
                <a:gd name="connsiteX2" fmla="*/ 250820 w 677144"/>
                <a:gd name="connsiteY2" fmla="*/ 2764 h 699255"/>
                <a:gd name="connsiteX3" fmla="*/ 596302 w 677144"/>
                <a:gd name="connsiteY3" fmla="*/ 56659 h 699255"/>
                <a:gd name="connsiteX4" fmla="*/ 661943 w 677144"/>
                <a:gd name="connsiteY4" fmla="*/ 201761 h 699255"/>
                <a:gd name="connsiteX5" fmla="*/ 581101 w 677144"/>
                <a:gd name="connsiteY5" fmla="*/ 400759 h 699255"/>
                <a:gd name="connsiteX6" fmla="*/ 554153 w 677144"/>
                <a:gd name="connsiteY6" fmla="*/ 420106 h 699255"/>
                <a:gd name="connsiteX7" fmla="*/ 615649 w 677144"/>
                <a:gd name="connsiteY7" fmla="*/ 534115 h 699255"/>
                <a:gd name="connsiteX8" fmla="*/ 677144 w 677144"/>
                <a:gd name="connsiteY8" fmla="*/ 673690 h 699255"/>
                <a:gd name="connsiteX9" fmla="*/ 677144 w 677144"/>
                <a:gd name="connsiteY9" fmla="*/ 699255 h 699255"/>
                <a:gd name="connsiteX10" fmla="*/ 540334 w 677144"/>
                <a:gd name="connsiteY10" fmla="*/ 699255 h 699255"/>
                <a:gd name="connsiteX11" fmla="*/ 402832 w 677144"/>
                <a:gd name="connsiteY11" fmla="*/ 699255 h 699255"/>
                <a:gd name="connsiteX12" fmla="*/ 345482 w 677144"/>
                <a:gd name="connsiteY12" fmla="*/ 578337 h 699255"/>
                <a:gd name="connsiteX13" fmla="*/ 270167 w 677144"/>
                <a:gd name="connsiteY13" fmla="*/ 458800 h 699255"/>
                <a:gd name="connsiteX14" fmla="*/ 252202 w 677144"/>
                <a:gd name="connsiteY14" fmla="*/ 460873 h 699255"/>
                <a:gd name="connsiteX15" fmla="*/ 250129 w 677144"/>
                <a:gd name="connsiteY15" fmla="*/ 580410 h 699255"/>
                <a:gd name="connsiteX16" fmla="*/ 248747 w 677144"/>
                <a:gd name="connsiteY16" fmla="*/ 699255 h 699255"/>
                <a:gd name="connsiteX17" fmla="*/ 124373 w 677144"/>
                <a:gd name="connsiteY17" fmla="*/ 699255 h 699255"/>
                <a:gd name="connsiteX18" fmla="*/ 0 w 677144"/>
                <a:gd name="connsiteY18" fmla="*/ 699255 h 699255"/>
                <a:gd name="connsiteX19" fmla="*/ 0 w 677144"/>
                <a:gd name="connsiteY19" fmla="*/ 349628 h 699255"/>
                <a:gd name="connsiteX20" fmla="*/ 386940 w 677144"/>
                <a:gd name="connsiteY20" fmla="*/ 257039 h 699255"/>
                <a:gd name="connsiteX21" fmla="*/ 385558 w 677144"/>
                <a:gd name="connsiteY21" fmla="*/ 208671 h 699255"/>
                <a:gd name="connsiteX22" fmla="*/ 309552 w 677144"/>
                <a:gd name="connsiteY22" fmla="*/ 194852 h 699255"/>
                <a:gd name="connsiteX23" fmla="*/ 248747 w 677144"/>
                <a:gd name="connsiteY23" fmla="*/ 194852 h 699255"/>
                <a:gd name="connsiteX24" fmla="*/ 248747 w 677144"/>
                <a:gd name="connsiteY24" fmla="*/ 232855 h 699255"/>
                <a:gd name="connsiteX25" fmla="*/ 248747 w 677144"/>
                <a:gd name="connsiteY25" fmla="*/ 270858 h 699255"/>
                <a:gd name="connsiteX26" fmla="*/ 310934 w 677144"/>
                <a:gd name="connsiteY26" fmla="*/ 270858 h 699255"/>
                <a:gd name="connsiteX27" fmla="*/ 386940 w 677144"/>
                <a:gd name="connsiteY27" fmla="*/ 257039 h 6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7144" h="699255">
                  <a:moveTo>
                    <a:pt x="0" y="349628"/>
                  </a:moveTo>
                  <a:lnTo>
                    <a:pt x="0" y="0"/>
                  </a:lnTo>
                  <a:lnTo>
                    <a:pt x="250820" y="2764"/>
                  </a:lnTo>
                  <a:cubicBezTo>
                    <a:pt x="532042" y="6219"/>
                    <a:pt x="539643" y="7601"/>
                    <a:pt x="596302" y="56659"/>
                  </a:cubicBezTo>
                  <a:cubicBezTo>
                    <a:pt x="634305" y="90517"/>
                    <a:pt x="657107" y="141648"/>
                    <a:pt x="661943" y="201761"/>
                  </a:cubicBezTo>
                  <a:cubicBezTo>
                    <a:pt x="668162" y="290896"/>
                    <a:pt x="641214" y="357228"/>
                    <a:pt x="581101" y="400759"/>
                  </a:cubicBezTo>
                  <a:lnTo>
                    <a:pt x="554153" y="420106"/>
                  </a:lnTo>
                  <a:lnTo>
                    <a:pt x="615649" y="534115"/>
                  </a:lnTo>
                  <a:cubicBezTo>
                    <a:pt x="660561" y="617721"/>
                    <a:pt x="676453" y="654343"/>
                    <a:pt x="677144" y="673690"/>
                  </a:cubicBezTo>
                  <a:lnTo>
                    <a:pt x="677144" y="699255"/>
                  </a:lnTo>
                  <a:lnTo>
                    <a:pt x="540334" y="699255"/>
                  </a:lnTo>
                  <a:lnTo>
                    <a:pt x="402832" y="699255"/>
                  </a:lnTo>
                  <a:lnTo>
                    <a:pt x="345482" y="578337"/>
                  </a:lnTo>
                  <a:cubicBezTo>
                    <a:pt x="290896" y="464328"/>
                    <a:pt x="286750" y="456727"/>
                    <a:pt x="270167" y="458800"/>
                  </a:cubicBezTo>
                  <a:lnTo>
                    <a:pt x="252202" y="460873"/>
                  </a:lnTo>
                  <a:lnTo>
                    <a:pt x="250129" y="580410"/>
                  </a:lnTo>
                  <a:lnTo>
                    <a:pt x="248747" y="699255"/>
                  </a:lnTo>
                  <a:lnTo>
                    <a:pt x="124373" y="699255"/>
                  </a:lnTo>
                  <a:lnTo>
                    <a:pt x="0" y="699255"/>
                  </a:lnTo>
                  <a:lnTo>
                    <a:pt x="0" y="349628"/>
                  </a:lnTo>
                  <a:close/>
                  <a:moveTo>
                    <a:pt x="386940" y="257039"/>
                  </a:moveTo>
                  <a:cubicBezTo>
                    <a:pt x="404905" y="239074"/>
                    <a:pt x="404214" y="226636"/>
                    <a:pt x="385558" y="208671"/>
                  </a:cubicBezTo>
                  <a:cubicBezTo>
                    <a:pt x="373120" y="196925"/>
                    <a:pt x="361374" y="194852"/>
                    <a:pt x="309552" y="194852"/>
                  </a:cubicBezTo>
                  <a:lnTo>
                    <a:pt x="248747" y="194852"/>
                  </a:lnTo>
                  <a:lnTo>
                    <a:pt x="248747" y="232855"/>
                  </a:lnTo>
                  <a:lnTo>
                    <a:pt x="248747" y="270858"/>
                  </a:lnTo>
                  <a:lnTo>
                    <a:pt x="310934" y="270858"/>
                  </a:lnTo>
                  <a:cubicBezTo>
                    <a:pt x="364138" y="270858"/>
                    <a:pt x="375193" y="268785"/>
                    <a:pt x="386940" y="257039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4E0CA5CA-32EF-7ED7-9D17-29D0351E7F33}"/>
                </a:ext>
              </a:extLst>
            </p:cNvPr>
            <p:cNvSpPr/>
            <p:nvPr/>
          </p:nvSpPr>
          <p:spPr>
            <a:xfrm>
              <a:off x="7291899" y="6308466"/>
              <a:ext cx="662845" cy="628811"/>
            </a:xfrm>
            <a:custGeom>
              <a:avLst/>
              <a:gdLst>
                <a:gd name="connsiteX0" fmla="*/ 0 w 760060"/>
                <a:gd name="connsiteY0" fmla="*/ 671616 h 697873"/>
                <a:gd name="connsiteX1" fmla="*/ 110554 w 760060"/>
                <a:gd name="connsiteY1" fmla="*/ 341336 h 697873"/>
                <a:gd name="connsiteX2" fmla="*/ 228709 w 760060"/>
                <a:gd name="connsiteY2" fmla="*/ 18656 h 697873"/>
                <a:gd name="connsiteX3" fmla="*/ 237000 w 760060"/>
                <a:gd name="connsiteY3" fmla="*/ 0 h 697873"/>
                <a:gd name="connsiteX4" fmla="*/ 378648 w 760060"/>
                <a:gd name="connsiteY4" fmla="*/ 1382 h 697873"/>
                <a:gd name="connsiteX5" fmla="*/ 520296 w 760060"/>
                <a:gd name="connsiteY5" fmla="*/ 3455 h 697873"/>
                <a:gd name="connsiteX6" fmla="*/ 640523 w 760060"/>
                <a:gd name="connsiteY6" fmla="*/ 331663 h 697873"/>
                <a:gd name="connsiteX7" fmla="*/ 760060 w 760060"/>
                <a:gd name="connsiteY7" fmla="*/ 678526 h 697873"/>
                <a:gd name="connsiteX8" fmla="*/ 760060 w 760060"/>
                <a:gd name="connsiteY8" fmla="*/ 697873 h 697873"/>
                <a:gd name="connsiteX9" fmla="*/ 627395 w 760060"/>
                <a:gd name="connsiteY9" fmla="*/ 696492 h 697873"/>
                <a:gd name="connsiteX10" fmla="*/ 494730 w 760060"/>
                <a:gd name="connsiteY10" fmla="*/ 694419 h 697873"/>
                <a:gd name="connsiteX11" fmla="*/ 481602 w 760060"/>
                <a:gd name="connsiteY11" fmla="*/ 651579 h 697873"/>
                <a:gd name="connsiteX12" fmla="*/ 468473 w 760060"/>
                <a:gd name="connsiteY12" fmla="*/ 608048 h 697873"/>
                <a:gd name="connsiteX13" fmla="*/ 373120 w 760060"/>
                <a:gd name="connsiteY13" fmla="*/ 608048 h 697873"/>
                <a:gd name="connsiteX14" fmla="*/ 277768 w 760060"/>
                <a:gd name="connsiteY14" fmla="*/ 608048 h 697873"/>
                <a:gd name="connsiteX15" fmla="*/ 265330 w 760060"/>
                <a:gd name="connsiteY15" fmla="*/ 652961 h 697873"/>
                <a:gd name="connsiteX16" fmla="*/ 252202 w 760060"/>
                <a:gd name="connsiteY16" fmla="*/ 697873 h 697873"/>
                <a:gd name="connsiteX17" fmla="*/ 126446 w 760060"/>
                <a:gd name="connsiteY17" fmla="*/ 697873 h 697873"/>
                <a:gd name="connsiteX18" fmla="*/ 0 w 760060"/>
                <a:gd name="connsiteY18" fmla="*/ 697873 h 697873"/>
                <a:gd name="connsiteX19" fmla="*/ 0 w 760060"/>
                <a:gd name="connsiteY19" fmla="*/ 671616 h 697873"/>
                <a:gd name="connsiteX20" fmla="*/ 407669 w 760060"/>
                <a:gd name="connsiteY20" fmla="*/ 410433 h 697873"/>
                <a:gd name="connsiteX21" fmla="*/ 373120 w 760060"/>
                <a:gd name="connsiteY21" fmla="*/ 301951 h 697873"/>
                <a:gd name="connsiteX22" fmla="*/ 338572 w 760060"/>
                <a:gd name="connsiteY22" fmla="*/ 410433 h 697873"/>
                <a:gd name="connsiteX23" fmla="*/ 373120 w 760060"/>
                <a:gd name="connsiteY23" fmla="*/ 414578 h 697873"/>
                <a:gd name="connsiteX24" fmla="*/ 407669 w 760060"/>
                <a:gd name="connsiteY24" fmla="*/ 410433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0060" h="697873">
                  <a:moveTo>
                    <a:pt x="0" y="671616"/>
                  </a:moveTo>
                  <a:cubicBezTo>
                    <a:pt x="0" y="655034"/>
                    <a:pt x="40076" y="534806"/>
                    <a:pt x="110554" y="341336"/>
                  </a:cubicBezTo>
                  <a:cubicBezTo>
                    <a:pt x="171359" y="174814"/>
                    <a:pt x="224563" y="29711"/>
                    <a:pt x="228709" y="18656"/>
                  </a:cubicBezTo>
                  <a:lnTo>
                    <a:pt x="237000" y="0"/>
                  </a:lnTo>
                  <a:lnTo>
                    <a:pt x="378648" y="1382"/>
                  </a:lnTo>
                  <a:lnTo>
                    <a:pt x="520296" y="3455"/>
                  </a:lnTo>
                  <a:lnTo>
                    <a:pt x="640523" y="331663"/>
                  </a:lnTo>
                  <a:cubicBezTo>
                    <a:pt x="706165" y="512004"/>
                    <a:pt x="760060" y="668162"/>
                    <a:pt x="760060" y="678526"/>
                  </a:cubicBezTo>
                  <a:lnTo>
                    <a:pt x="760060" y="697873"/>
                  </a:lnTo>
                  <a:lnTo>
                    <a:pt x="627395" y="696492"/>
                  </a:lnTo>
                  <a:lnTo>
                    <a:pt x="494730" y="694419"/>
                  </a:lnTo>
                  <a:lnTo>
                    <a:pt x="481602" y="651579"/>
                  </a:lnTo>
                  <a:lnTo>
                    <a:pt x="468473" y="608048"/>
                  </a:lnTo>
                  <a:lnTo>
                    <a:pt x="373120" y="608048"/>
                  </a:lnTo>
                  <a:lnTo>
                    <a:pt x="277768" y="608048"/>
                  </a:lnTo>
                  <a:lnTo>
                    <a:pt x="265330" y="652961"/>
                  </a:lnTo>
                  <a:lnTo>
                    <a:pt x="252202" y="697873"/>
                  </a:lnTo>
                  <a:lnTo>
                    <a:pt x="126446" y="697873"/>
                  </a:lnTo>
                  <a:lnTo>
                    <a:pt x="0" y="697873"/>
                  </a:lnTo>
                  <a:lnTo>
                    <a:pt x="0" y="671616"/>
                  </a:lnTo>
                  <a:close/>
                  <a:moveTo>
                    <a:pt x="407669" y="410433"/>
                  </a:moveTo>
                  <a:cubicBezTo>
                    <a:pt x="407669" y="393849"/>
                    <a:pt x="376575" y="297805"/>
                    <a:pt x="373120" y="301951"/>
                  </a:cubicBezTo>
                  <a:cubicBezTo>
                    <a:pt x="368284" y="306788"/>
                    <a:pt x="338572" y="401450"/>
                    <a:pt x="338572" y="410433"/>
                  </a:cubicBezTo>
                  <a:cubicBezTo>
                    <a:pt x="338572" y="412505"/>
                    <a:pt x="354464" y="414578"/>
                    <a:pt x="373120" y="414578"/>
                  </a:cubicBezTo>
                  <a:cubicBezTo>
                    <a:pt x="392467" y="414578"/>
                    <a:pt x="407669" y="412505"/>
                    <a:pt x="407669" y="410433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913C767E-1DBD-7A8E-2803-F934F39B198D}"/>
                </a:ext>
              </a:extLst>
            </p:cNvPr>
            <p:cNvSpPr/>
            <p:nvPr/>
          </p:nvSpPr>
          <p:spPr>
            <a:xfrm>
              <a:off x="8033082" y="6308466"/>
              <a:ext cx="597163" cy="628811"/>
            </a:xfrm>
            <a:custGeom>
              <a:avLst/>
              <a:gdLst>
                <a:gd name="connsiteX0" fmla="*/ 214199 w 684744"/>
                <a:gd name="connsiteY0" fmla="*/ 452581 h 697873"/>
                <a:gd name="connsiteX1" fmla="*/ 214199 w 684744"/>
                <a:gd name="connsiteY1" fmla="*/ 207289 h 697873"/>
                <a:gd name="connsiteX2" fmla="*/ 107099 w 684744"/>
                <a:gd name="connsiteY2" fmla="*/ 207289 h 697873"/>
                <a:gd name="connsiteX3" fmla="*/ 0 w 684744"/>
                <a:gd name="connsiteY3" fmla="*/ 207289 h 697873"/>
                <a:gd name="connsiteX4" fmla="*/ 0 w 684744"/>
                <a:gd name="connsiteY4" fmla="*/ 103645 h 697873"/>
                <a:gd name="connsiteX5" fmla="*/ 0 w 684744"/>
                <a:gd name="connsiteY5" fmla="*/ 0 h 697873"/>
                <a:gd name="connsiteX6" fmla="*/ 340645 w 684744"/>
                <a:gd name="connsiteY6" fmla="*/ 1382 h 697873"/>
                <a:gd name="connsiteX7" fmla="*/ 680599 w 684744"/>
                <a:gd name="connsiteY7" fmla="*/ 3455 h 697873"/>
                <a:gd name="connsiteX8" fmla="*/ 682672 w 684744"/>
                <a:gd name="connsiteY8" fmla="*/ 105717 h 697873"/>
                <a:gd name="connsiteX9" fmla="*/ 684745 w 684744"/>
                <a:gd name="connsiteY9" fmla="*/ 207289 h 697873"/>
                <a:gd name="connsiteX10" fmla="*/ 576955 w 684744"/>
                <a:gd name="connsiteY10" fmla="*/ 207289 h 697873"/>
                <a:gd name="connsiteX11" fmla="*/ 469855 w 684744"/>
                <a:gd name="connsiteY11" fmla="*/ 207289 h 697873"/>
                <a:gd name="connsiteX12" fmla="*/ 469855 w 684744"/>
                <a:gd name="connsiteY12" fmla="*/ 452581 h 697873"/>
                <a:gd name="connsiteX13" fmla="*/ 469855 w 684744"/>
                <a:gd name="connsiteY13" fmla="*/ 697873 h 697873"/>
                <a:gd name="connsiteX14" fmla="*/ 342027 w 684744"/>
                <a:gd name="connsiteY14" fmla="*/ 697873 h 697873"/>
                <a:gd name="connsiteX15" fmla="*/ 214199 w 684744"/>
                <a:gd name="connsiteY15" fmla="*/ 697873 h 697873"/>
                <a:gd name="connsiteX16" fmla="*/ 214199 w 684744"/>
                <a:gd name="connsiteY16" fmla="*/ 452581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744" h="697873">
                  <a:moveTo>
                    <a:pt x="214199" y="452581"/>
                  </a:moveTo>
                  <a:lnTo>
                    <a:pt x="214199" y="207289"/>
                  </a:lnTo>
                  <a:lnTo>
                    <a:pt x="107099" y="207289"/>
                  </a:lnTo>
                  <a:lnTo>
                    <a:pt x="0" y="207289"/>
                  </a:lnTo>
                  <a:lnTo>
                    <a:pt x="0" y="103645"/>
                  </a:lnTo>
                  <a:lnTo>
                    <a:pt x="0" y="0"/>
                  </a:lnTo>
                  <a:lnTo>
                    <a:pt x="340645" y="1382"/>
                  </a:lnTo>
                  <a:lnTo>
                    <a:pt x="680599" y="3455"/>
                  </a:lnTo>
                  <a:lnTo>
                    <a:pt x="682672" y="105717"/>
                  </a:lnTo>
                  <a:lnTo>
                    <a:pt x="684745" y="207289"/>
                  </a:lnTo>
                  <a:lnTo>
                    <a:pt x="576955" y="207289"/>
                  </a:lnTo>
                  <a:lnTo>
                    <a:pt x="469855" y="207289"/>
                  </a:lnTo>
                  <a:lnTo>
                    <a:pt x="469855" y="452581"/>
                  </a:lnTo>
                  <a:lnTo>
                    <a:pt x="469855" y="697873"/>
                  </a:lnTo>
                  <a:lnTo>
                    <a:pt x="342027" y="697873"/>
                  </a:lnTo>
                  <a:lnTo>
                    <a:pt x="214199" y="697873"/>
                  </a:lnTo>
                  <a:lnTo>
                    <a:pt x="214199" y="452581"/>
                  </a:ln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51CD1083-3544-E365-4A55-9D1C9608AF06}"/>
                </a:ext>
              </a:extLst>
            </p:cNvPr>
            <p:cNvSpPr/>
            <p:nvPr/>
          </p:nvSpPr>
          <p:spPr>
            <a:xfrm>
              <a:off x="8768237" y="6308466"/>
              <a:ext cx="602586" cy="628811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E15BC3EC-3118-F2FD-CB5A-8679A98D4300}"/>
                </a:ext>
              </a:extLst>
            </p:cNvPr>
            <p:cNvSpPr/>
            <p:nvPr/>
          </p:nvSpPr>
          <p:spPr>
            <a:xfrm>
              <a:off x="9557626" y="6308466"/>
              <a:ext cx="216930" cy="628811"/>
            </a:xfrm>
            <a:custGeom>
              <a:avLst/>
              <a:gdLst>
                <a:gd name="connsiteX0" fmla="*/ 0 w 248746"/>
                <a:gd name="connsiteY0" fmla="*/ 348937 h 697873"/>
                <a:gd name="connsiteX1" fmla="*/ 0 w 248746"/>
                <a:gd name="connsiteY1" fmla="*/ 0 h 697873"/>
                <a:gd name="connsiteX2" fmla="*/ 124373 w 248746"/>
                <a:gd name="connsiteY2" fmla="*/ 0 h 697873"/>
                <a:gd name="connsiteX3" fmla="*/ 248747 w 248746"/>
                <a:gd name="connsiteY3" fmla="*/ 0 h 697873"/>
                <a:gd name="connsiteX4" fmla="*/ 248747 w 248746"/>
                <a:gd name="connsiteY4" fmla="*/ 348937 h 697873"/>
                <a:gd name="connsiteX5" fmla="*/ 248747 w 248746"/>
                <a:gd name="connsiteY5" fmla="*/ 697873 h 697873"/>
                <a:gd name="connsiteX6" fmla="*/ 124373 w 248746"/>
                <a:gd name="connsiteY6" fmla="*/ 697873 h 697873"/>
                <a:gd name="connsiteX7" fmla="*/ 0 w 248746"/>
                <a:gd name="connsiteY7" fmla="*/ 697873 h 697873"/>
                <a:gd name="connsiteX8" fmla="*/ 0 w 248746"/>
                <a:gd name="connsiteY8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746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348937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C473A759-BF33-F35A-BA45-E144BB4EAC3E}"/>
                </a:ext>
              </a:extLst>
            </p:cNvPr>
            <p:cNvSpPr/>
            <p:nvPr/>
          </p:nvSpPr>
          <p:spPr>
            <a:xfrm>
              <a:off x="9961360" y="6307842"/>
              <a:ext cx="584508" cy="629433"/>
            </a:xfrm>
            <a:custGeom>
              <a:avLst/>
              <a:gdLst>
                <a:gd name="connsiteX0" fmla="*/ 0 w 670234"/>
                <a:gd name="connsiteY0" fmla="*/ 348937 h 698564"/>
                <a:gd name="connsiteX1" fmla="*/ 0 w 670234"/>
                <a:gd name="connsiteY1" fmla="*/ 0 h 698564"/>
                <a:gd name="connsiteX2" fmla="*/ 261184 w 670234"/>
                <a:gd name="connsiteY2" fmla="*/ 2073 h 698564"/>
                <a:gd name="connsiteX3" fmla="*/ 557607 w 670234"/>
                <a:gd name="connsiteY3" fmla="*/ 20729 h 698564"/>
                <a:gd name="connsiteX4" fmla="*/ 650197 w 670234"/>
                <a:gd name="connsiteY4" fmla="*/ 119537 h 698564"/>
                <a:gd name="connsiteX5" fmla="*/ 637068 w 670234"/>
                <a:gd name="connsiteY5" fmla="*/ 288822 h 698564"/>
                <a:gd name="connsiteX6" fmla="*/ 608048 w 670234"/>
                <a:gd name="connsiteY6" fmla="*/ 325444 h 698564"/>
                <a:gd name="connsiteX7" fmla="*/ 619794 w 670234"/>
                <a:gd name="connsiteY7" fmla="*/ 355156 h 698564"/>
                <a:gd name="connsiteX8" fmla="*/ 670235 w 670234"/>
                <a:gd name="connsiteY8" fmla="*/ 498185 h 698564"/>
                <a:gd name="connsiteX9" fmla="*/ 607357 w 670234"/>
                <a:gd name="connsiteY9" fmla="*/ 657106 h 698564"/>
                <a:gd name="connsiteX10" fmla="*/ 254275 w 670234"/>
                <a:gd name="connsiteY10" fmla="*/ 698564 h 698564"/>
                <a:gd name="connsiteX11" fmla="*/ 0 w 670234"/>
                <a:gd name="connsiteY11" fmla="*/ 698564 h 698564"/>
                <a:gd name="connsiteX12" fmla="*/ 0 w 670234"/>
                <a:gd name="connsiteY12" fmla="*/ 348937 h 698564"/>
                <a:gd name="connsiteX13" fmla="*/ 399377 w 670234"/>
                <a:gd name="connsiteY13" fmla="*/ 494039 h 698564"/>
                <a:gd name="connsiteX14" fmla="*/ 402832 w 670234"/>
                <a:gd name="connsiteY14" fmla="*/ 448436 h 698564"/>
                <a:gd name="connsiteX15" fmla="*/ 319916 w 670234"/>
                <a:gd name="connsiteY15" fmla="*/ 435998 h 698564"/>
                <a:gd name="connsiteX16" fmla="*/ 248747 w 670234"/>
                <a:gd name="connsiteY16" fmla="*/ 435998 h 698564"/>
                <a:gd name="connsiteX17" fmla="*/ 248747 w 670234"/>
                <a:gd name="connsiteY17" fmla="*/ 470546 h 698564"/>
                <a:gd name="connsiteX18" fmla="*/ 248747 w 670234"/>
                <a:gd name="connsiteY18" fmla="*/ 505094 h 698564"/>
                <a:gd name="connsiteX19" fmla="*/ 316461 w 670234"/>
                <a:gd name="connsiteY19" fmla="*/ 505094 h 698564"/>
                <a:gd name="connsiteX20" fmla="*/ 399377 w 670234"/>
                <a:gd name="connsiteY20" fmla="*/ 494039 h 698564"/>
                <a:gd name="connsiteX21" fmla="*/ 386940 w 670234"/>
                <a:gd name="connsiteY21" fmla="*/ 242528 h 698564"/>
                <a:gd name="connsiteX22" fmla="*/ 385558 w 670234"/>
                <a:gd name="connsiteY22" fmla="*/ 201070 h 698564"/>
                <a:gd name="connsiteX23" fmla="*/ 309552 w 670234"/>
                <a:gd name="connsiteY23" fmla="*/ 187251 h 698564"/>
                <a:gd name="connsiteX24" fmla="*/ 248747 w 670234"/>
                <a:gd name="connsiteY24" fmla="*/ 187251 h 698564"/>
                <a:gd name="connsiteX25" fmla="*/ 248747 w 670234"/>
                <a:gd name="connsiteY25" fmla="*/ 221799 h 698564"/>
                <a:gd name="connsiteX26" fmla="*/ 248747 w 670234"/>
                <a:gd name="connsiteY26" fmla="*/ 256347 h 698564"/>
                <a:gd name="connsiteX27" fmla="*/ 310934 w 670234"/>
                <a:gd name="connsiteY27" fmla="*/ 256347 h 698564"/>
                <a:gd name="connsiteX28" fmla="*/ 386940 w 670234"/>
                <a:gd name="connsiteY28" fmla="*/ 242528 h 69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70234" h="698564">
                  <a:moveTo>
                    <a:pt x="0" y="348937"/>
                  </a:moveTo>
                  <a:lnTo>
                    <a:pt x="0" y="0"/>
                  </a:lnTo>
                  <a:lnTo>
                    <a:pt x="261184" y="2073"/>
                  </a:lnTo>
                  <a:cubicBezTo>
                    <a:pt x="518223" y="4146"/>
                    <a:pt x="522368" y="4146"/>
                    <a:pt x="557607" y="20729"/>
                  </a:cubicBezTo>
                  <a:cubicBezTo>
                    <a:pt x="602520" y="40767"/>
                    <a:pt x="639141" y="80152"/>
                    <a:pt x="650197" y="119537"/>
                  </a:cubicBezTo>
                  <a:cubicBezTo>
                    <a:pt x="661944" y="164449"/>
                    <a:pt x="655034" y="253583"/>
                    <a:pt x="637068" y="288822"/>
                  </a:cubicBezTo>
                  <a:cubicBezTo>
                    <a:pt x="628777" y="304715"/>
                    <a:pt x="615649" y="321298"/>
                    <a:pt x="608048" y="325444"/>
                  </a:cubicBezTo>
                  <a:cubicBezTo>
                    <a:pt x="594920" y="332353"/>
                    <a:pt x="595610" y="333735"/>
                    <a:pt x="619794" y="355156"/>
                  </a:cubicBezTo>
                  <a:cubicBezTo>
                    <a:pt x="658489" y="389012"/>
                    <a:pt x="670235" y="421488"/>
                    <a:pt x="670235" y="498185"/>
                  </a:cubicBezTo>
                  <a:cubicBezTo>
                    <a:pt x="670235" y="579719"/>
                    <a:pt x="652961" y="623940"/>
                    <a:pt x="607357" y="657106"/>
                  </a:cubicBezTo>
                  <a:cubicBezTo>
                    <a:pt x="552771" y="696491"/>
                    <a:pt x="534806" y="698564"/>
                    <a:pt x="254275" y="698564"/>
                  </a:cubicBezTo>
                  <a:lnTo>
                    <a:pt x="0" y="698564"/>
                  </a:lnTo>
                  <a:lnTo>
                    <a:pt x="0" y="348937"/>
                  </a:lnTo>
                  <a:close/>
                  <a:moveTo>
                    <a:pt x="399377" y="494039"/>
                  </a:moveTo>
                  <a:cubicBezTo>
                    <a:pt x="417342" y="481601"/>
                    <a:pt x="418724" y="465710"/>
                    <a:pt x="402832" y="448436"/>
                  </a:cubicBezTo>
                  <a:cubicBezTo>
                    <a:pt x="393159" y="438071"/>
                    <a:pt x="380721" y="435998"/>
                    <a:pt x="319916" y="435998"/>
                  </a:cubicBezTo>
                  <a:lnTo>
                    <a:pt x="248747" y="435998"/>
                  </a:lnTo>
                  <a:lnTo>
                    <a:pt x="248747" y="470546"/>
                  </a:lnTo>
                  <a:lnTo>
                    <a:pt x="248747" y="505094"/>
                  </a:lnTo>
                  <a:lnTo>
                    <a:pt x="316461" y="505094"/>
                  </a:lnTo>
                  <a:cubicBezTo>
                    <a:pt x="366211" y="505094"/>
                    <a:pt x="387630" y="502330"/>
                    <a:pt x="399377" y="494039"/>
                  </a:cubicBezTo>
                  <a:close/>
                  <a:moveTo>
                    <a:pt x="386940" y="242528"/>
                  </a:moveTo>
                  <a:cubicBezTo>
                    <a:pt x="404214" y="225254"/>
                    <a:pt x="404214" y="219035"/>
                    <a:pt x="385558" y="201070"/>
                  </a:cubicBezTo>
                  <a:cubicBezTo>
                    <a:pt x="373120" y="189324"/>
                    <a:pt x="361374" y="187251"/>
                    <a:pt x="309552" y="187251"/>
                  </a:cubicBezTo>
                  <a:lnTo>
                    <a:pt x="248747" y="187251"/>
                  </a:lnTo>
                  <a:lnTo>
                    <a:pt x="248747" y="221799"/>
                  </a:lnTo>
                  <a:lnTo>
                    <a:pt x="248747" y="256347"/>
                  </a:lnTo>
                  <a:lnTo>
                    <a:pt x="310934" y="256347"/>
                  </a:lnTo>
                  <a:cubicBezTo>
                    <a:pt x="364138" y="256347"/>
                    <a:pt x="375193" y="254274"/>
                    <a:pt x="386940" y="242528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E9A40880-B461-A46D-7862-467AA035C19B}"/>
                </a:ext>
              </a:extLst>
            </p:cNvPr>
            <p:cNvSpPr/>
            <p:nvPr/>
          </p:nvSpPr>
          <p:spPr>
            <a:xfrm>
              <a:off x="10696513" y="6308466"/>
              <a:ext cx="602586" cy="628811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6B5A571A-A34C-F86D-C8E6-ACB5B1B54265}"/>
                </a:ext>
              </a:extLst>
            </p:cNvPr>
            <p:cNvSpPr/>
            <p:nvPr/>
          </p:nvSpPr>
          <p:spPr>
            <a:xfrm>
              <a:off x="11425645" y="6308466"/>
              <a:ext cx="662845" cy="628811"/>
            </a:xfrm>
            <a:custGeom>
              <a:avLst/>
              <a:gdLst>
                <a:gd name="connsiteX0" fmla="*/ 0 w 760060"/>
                <a:gd name="connsiteY0" fmla="*/ 676454 h 697873"/>
                <a:gd name="connsiteX1" fmla="*/ 231473 w 760060"/>
                <a:gd name="connsiteY1" fmla="*/ 22802 h 697873"/>
                <a:gd name="connsiteX2" fmla="*/ 241147 w 760060"/>
                <a:gd name="connsiteY2" fmla="*/ 0 h 697873"/>
                <a:gd name="connsiteX3" fmla="*/ 382103 w 760060"/>
                <a:gd name="connsiteY3" fmla="*/ 0 h 697873"/>
                <a:gd name="connsiteX4" fmla="*/ 523059 w 760060"/>
                <a:gd name="connsiteY4" fmla="*/ 0 h 697873"/>
                <a:gd name="connsiteX5" fmla="*/ 641905 w 760060"/>
                <a:gd name="connsiteY5" fmla="*/ 326826 h 697873"/>
                <a:gd name="connsiteX6" fmla="*/ 760060 w 760060"/>
                <a:gd name="connsiteY6" fmla="*/ 675763 h 697873"/>
                <a:gd name="connsiteX7" fmla="*/ 760060 w 760060"/>
                <a:gd name="connsiteY7" fmla="*/ 697873 h 697873"/>
                <a:gd name="connsiteX8" fmla="*/ 629468 w 760060"/>
                <a:gd name="connsiteY8" fmla="*/ 697873 h 697873"/>
                <a:gd name="connsiteX9" fmla="*/ 498875 w 760060"/>
                <a:gd name="connsiteY9" fmla="*/ 697873 h 697873"/>
                <a:gd name="connsiteX10" fmla="*/ 485748 w 760060"/>
                <a:gd name="connsiteY10" fmla="*/ 655034 h 697873"/>
                <a:gd name="connsiteX11" fmla="*/ 472619 w 760060"/>
                <a:gd name="connsiteY11" fmla="*/ 611503 h 697873"/>
                <a:gd name="connsiteX12" fmla="*/ 376575 w 760060"/>
                <a:gd name="connsiteY12" fmla="*/ 611503 h 697873"/>
                <a:gd name="connsiteX13" fmla="*/ 280531 w 760060"/>
                <a:gd name="connsiteY13" fmla="*/ 611503 h 697873"/>
                <a:gd name="connsiteX14" fmla="*/ 268094 w 760060"/>
                <a:gd name="connsiteY14" fmla="*/ 655034 h 697873"/>
                <a:gd name="connsiteX15" fmla="*/ 254966 w 760060"/>
                <a:gd name="connsiteY15" fmla="*/ 697873 h 697873"/>
                <a:gd name="connsiteX16" fmla="*/ 127828 w 760060"/>
                <a:gd name="connsiteY16" fmla="*/ 697873 h 697873"/>
                <a:gd name="connsiteX17" fmla="*/ 0 w 760060"/>
                <a:gd name="connsiteY17" fmla="*/ 697873 h 697873"/>
                <a:gd name="connsiteX18" fmla="*/ 0 w 760060"/>
                <a:gd name="connsiteY18" fmla="*/ 676454 h 697873"/>
                <a:gd name="connsiteX19" fmla="*/ 413887 w 760060"/>
                <a:gd name="connsiteY19" fmla="*/ 409742 h 697873"/>
                <a:gd name="connsiteX20" fmla="*/ 395231 w 760060"/>
                <a:gd name="connsiteY20" fmla="*/ 346863 h 697873"/>
                <a:gd name="connsiteX21" fmla="*/ 376575 w 760060"/>
                <a:gd name="connsiteY21" fmla="*/ 289514 h 697873"/>
                <a:gd name="connsiteX22" fmla="*/ 358610 w 760060"/>
                <a:gd name="connsiteY22" fmla="*/ 351701 h 697873"/>
                <a:gd name="connsiteX23" fmla="*/ 339954 w 760060"/>
                <a:gd name="connsiteY23" fmla="*/ 414578 h 697873"/>
                <a:gd name="connsiteX24" fmla="*/ 377266 w 760060"/>
                <a:gd name="connsiteY24" fmla="*/ 414578 h 697873"/>
                <a:gd name="connsiteX25" fmla="*/ 413887 w 760060"/>
                <a:gd name="connsiteY25" fmla="*/ 409742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0060" h="697873">
                  <a:moveTo>
                    <a:pt x="0" y="676454"/>
                  </a:moveTo>
                  <a:cubicBezTo>
                    <a:pt x="0" y="659870"/>
                    <a:pt x="192088" y="118846"/>
                    <a:pt x="231473" y="22802"/>
                  </a:cubicBezTo>
                  <a:lnTo>
                    <a:pt x="241147" y="0"/>
                  </a:lnTo>
                  <a:lnTo>
                    <a:pt x="382103" y="0"/>
                  </a:lnTo>
                  <a:lnTo>
                    <a:pt x="523059" y="0"/>
                  </a:lnTo>
                  <a:lnTo>
                    <a:pt x="641905" y="326826"/>
                  </a:lnTo>
                  <a:cubicBezTo>
                    <a:pt x="706856" y="505785"/>
                    <a:pt x="760060" y="663325"/>
                    <a:pt x="760060" y="675763"/>
                  </a:cubicBezTo>
                  <a:lnTo>
                    <a:pt x="760060" y="697873"/>
                  </a:lnTo>
                  <a:lnTo>
                    <a:pt x="629468" y="697873"/>
                  </a:lnTo>
                  <a:lnTo>
                    <a:pt x="498875" y="697873"/>
                  </a:lnTo>
                  <a:lnTo>
                    <a:pt x="485748" y="655034"/>
                  </a:lnTo>
                  <a:lnTo>
                    <a:pt x="472619" y="611503"/>
                  </a:lnTo>
                  <a:lnTo>
                    <a:pt x="376575" y="611503"/>
                  </a:lnTo>
                  <a:lnTo>
                    <a:pt x="280531" y="611503"/>
                  </a:lnTo>
                  <a:lnTo>
                    <a:pt x="268094" y="655034"/>
                  </a:lnTo>
                  <a:lnTo>
                    <a:pt x="254966" y="697873"/>
                  </a:lnTo>
                  <a:lnTo>
                    <a:pt x="127828" y="697873"/>
                  </a:lnTo>
                  <a:lnTo>
                    <a:pt x="0" y="697873"/>
                  </a:lnTo>
                  <a:lnTo>
                    <a:pt x="0" y="676454"/>
                  </a:lnTo>
                  <a:close/>
                  <a:moveTo>
                    <a:pt x="413887" y="409742"/>
                  </a:moveTo>
                  <a:cubicBezTo>
                    <a:pt x="413887" y="406287"/>
                    <a:pt x="404905" y="378648"/>
                    <a:pt x="395231" y="346863"/>
                  </a:cubicBezTo>
                  <a:lnTo>
                    <a:pt x="376575" y="289514"/>
                  </a:lnTo>
                  <a:lnTo>
                    <a:pt x="358610" y="351701"/>
                  </a:lnTo>
                  <a:lnTo>
                    <a:pt x="339954" y="414578"/>
                  </a:lnTo>
                  <a:lnTo>
                    <a:pt x="377266" y="414578"/>
                  </a:lnTo>
                  <a:cubicBezTo>
                    <a:pt x="397995" y="414578"/>
                    <a:pt x="414578" y="412505"/>
                    <a:pt x="413887" y="409742"/>
                  </a:cubicBezTo>
                  <a:close/>
                </a:path>
              </a:pathLst>
            </a:custGeom>
            <a:solidFill>
              <a:srgbClr val="FFFF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3F88FED8-13B8-7332-B922-88CCEC1797F2}"/>
                </a:ext>
              </a:extLst>
            </p:cNvPr>
            <p:cNvSpPr/>
            <p:nvPr/>
          </p:nvSpPr>
          <p:spPr>
            <a:xfrm>
              <a:off x="7873396" y="2542608"/>
              <a:ext cx="2528046" cy="3112143"/>
            </a:xfrm>
            <a:custGeom>
              <a:avLst/>
              <a:gdLst>
                <a:gd name="connsiteX0" fmla="*/ 801518 w 2898816"/>
                <a:gd name="connsiteY0" fmla="*/ 3447047 h 3453956"/>
                <a:gd name="connsiteX1" fmla="*/ 398686 w 2898816"/>
                <a:gd name="connsiteY1" fmla="*/ 3440137 h 3453956"/>
                <a:gd name="connsiteX2" fmla="*/ 0 w 2898816"/>
                <a:gd name="connsiteY2" fmla="*/ 3440137 h 3453956"/>
                <a:gd name="connsiteX3" fmla="*/ 0 w 2898816"/>
                <a:gd name="connsiteY3" fmla="*/ 1721019 h 3453956"/>
                <a:gd name="connsiteX4" fmla="*/ 0 w 2898816"/>
                <a:gd name="connsiteY4" fmla="*/ 2592 h 3453956"/>
                <a:gd name="connsiteX5" fmla="*/ 856795 w 2898816"/>
                <a:gd name="connsiteY5" fmla="*/ 520 h 3453956"/>
                <a:gd name="connsiteX6" fmla="*/ 1996194 w 2898816"/>
                <a:gd name="connsiteY6" fmla="*/ 23321 h 3453956"/>
                <a:gd name="connsiteX7" fmla="*/ 2698213 w 2898816"/>
                <a:gd name="connsiteY7" fmla="*/ 483503 h 3453956"/>
                <a:gd name="connsiteX8" fmla="*/ 2888228 w 2898816"/>
                <a:gd name="connsiteY8" fmla="*/ 970632 h 3453956"/>
                <a:gd name="connsiteX9" fmla="*/ 2885464 w 2898816"/>
                <a:gd name="connsiteY9" fmla="*/ 1415613 h 3453956"/>
                <a:gd name="connsiteX10" fmla="*/ 2508198 w 2898816"/>
                <a:gd name="connsiteY10" fmla="*/ 2096903 h 3453956"/>
                <a:gd name="connsiteX11" fmla="*/ 1982375 w 2898816"/>
                <a:gd name="connsiteY11" fmla="*/ 2320776 h 3453956"/>
                <a:gd name="connsiteX12" fmla="*/ 1372254 w 2898816"/>
                <a:gd name="connsiteY12" fmla="*/ 2338741 h 3453956"/>
                <a:gd name="connsiteX13" fmla="*/ 1350834 w 2898816"/>
                <a:gd name="connsiteY13" fmla="*/ 2168764 h 3453956"/>
                <a:gd name="connsiteX14" fmla="*/ 1350834 w 2898816"/>
                <a:gd name="connsiteY14" fmla="*/ 2023661 h 3453956"/>
                <a:gd name="connsiteX15" fmla="*/ 1357053 w 2898816"/>
                <a:gd name="connsiteY15" fmla="*/ 1941436 h 3453956"/>
                <a:gd name="connsiteX16" fmla="*/ 1617546 w 2898816"/>
                <a:gd name="connsiteY16" fmla="*/ 1935909 h 3453956"/>
                <a:gd name="connsiteX17" fmla="*/ 1865602 w 2898816"/>
                <a:gd name="connsiteY17" fmla="*/ 1936600 h 3453956"/>
                <a:gd name="connsiteX18" fmla="*/ 1927789 w 2898816"/>
                <a:gd name="connsiteY18" fmla="*/ 1917944 h 3453956"/>
                <a:gd name="connsiteX19" fmla="*/ 2385207 w 2898816"/>
                <a:gd name="connsiteY19" fmla="*/ 1567625 h 3453956"/>
                <a:gd name="connsiteX20" fmla="*/ 2484015 w 2898816"/>
                <a:gd name="connsiteY20" fmla="*/ 1168248 h 3453956"/>
                <a:gd name="connsiteX21" fmla="*/ 2449467 w 2898816"/>
                <a:gd name="connsiteY21" fmla="*/ 927102 h 3453956"/>
                <a:gd name="connsiteX22" fmla="*/ 2343058 w 2898816"/>
                <a:gd name="connsiteY22" fmla="*/ 719122 h 3453956"/>
                <a:gd name="connsiteX23" fmla="*/ 1918806 w 2898816"/>
                <a:gd name="connsiteY23" fmla="*/ 450337 h 3453956"/>
                <a:gd name="connsiteX24" fmla="*/ 1844873 w 2898816"/>
                <a:gd name="connsiteY24" fmla="*/ 432372 h 3453956"/>
                <a:gd name="connsiteX25" fmla="*/ 1143545 w 2898816"/>
                <a:gd name="connsiteY25" fmla="*/ 434445 h 3453956"/>
                <a:gd name="connsiteX26" fmla="*/ 437380 w 2898816"/>
                <a:gd name="connsiteY26" fmla="*/ 439282 h 3453956"/>
                <a:gd name="connsiteX27" fmla="*/ 438071 w 2898816"/>
                <a:gd name="connsiteY27" fmla="*/ 2934352 h 3453956"/>
                <a:gd name="connsiteX28" fmla="*/ 438762 w 2898816"/>
                <a:gd name="connsiteY28" fmla="*/ 3046288 h 3453956"/>
                <a:gd name="connsiteX29" fmla="*/ 565208 w 2898816"/>
                <a:gd name="connsiteY29" fmla="*/ 3046288 h 3453956"/>
                <a:gd name="connsiteX30" fmla="*/ 690964 w 2898816"/>
                <a:gd name="connsiteY30" fmla="*/ 3046288 h 3453956"/>
                <a:gd name="connsiteX31" fmla="*/ 689582 w 2898816"/>
                <a:gd name="connsiteY31" fmla="*/ 2971664 h 3453956"/>
                <a:gd name="connsiteX32" fmla="*/ 683363 w 2898816"/>
                <a:gd name="connsiteY32" fmla="*/ 748142 h 3453956"/>
                <a:gd name="connsiteX33" fmla="*/ 782862 w 2898816"/>
                <a:gd name="connsiteY33" fmla="*/ 752979 h 3453956"/>
                <a:gd name="connsiteX34" fmla="*/ 925891 w 2898816"/>
                <a:gd name="connsiteY34" fmla="*/ 829676 h 3453956"/>
                <a:gd name="connsiteX35" fmla="*/ 1050265 w 2898816"/>
                <a:gd name="connsiteY35" fmla="*/ 897390 h 3453956"/>
                <a:gd name="connsiteX36" fmla="*/ 1216096 w 2898816"/>
                <a:gd name="connsiteY36" fmla="*/ 983761 h 3453956"/>
                <a:gd name="connsiteX37" fmla="*/ 1422003 w 2898816"/>
                <a:gd name="connsiteY37" fmla="*/ 1091551 h 3453956"/>
                <a:gd name="connsiteX38" fmla="*/ 1487645 w 2898816"/>
                <a:gd name="connsiteY38" fmla="*/ 1125409 h 3453956"/>
                <a:gd name="connsiteX39" fmla="*/ 1518738 w 2898816"/>
                <a:gd name="connsiteY39" fmla="*/ 1142683 h 3453956"/>
                <a:gd name="connsiteX40" fmla="*/ 1544304 w 2898816"/>
                <a:gd name="connsiteY40" fmla="*/ 1188977 h 3453956"/>
                <a:gd name="connsiteX41" fmla="*/ 1544304 w 2898816"/>
                <a:gd name="connsiteY41" fmla="*/ 1217307 h 3453956"/>
                <a:gd name="connsiteX42" fmla="*/ 1466225 w 2898816"/>
                <a:gd name="connsiteY42" fmla="*/ 1213852 h 3453956"/>
                <a:gd name="connsiteX43" fmla="*/ 1288647 w 2898816"/>
                <a:gd name="connsiteY43" fmla="*/ 1170321 h 3453956"/>
                <a:gd name="connsiteX44" fmla="*/ 1149073 w 2898816"/>
                <a:gd name="connsiteY44" fmla="*/ 1110207 h 3453956"/>
                <a:gd name="connsiteX45" fmla="*/ 1108997 w 2898816"/>
                <a:gd name="connsiteY45" fmla="*/ 1090860 h 3453956"/>
                <a:gd name="connsiteX46" fmla="*/ 1108997 w 2898816"/>
                <a:gd name="connsiteY46" fmla="*/ 2265499 h 3453956"/>
                <a:gd name="connsiteX47" fmla="*/ 1108997 w 2898816"/>
                <a:gd name="connsiteY47" fmla="*/ 3440137 h 3453956"/>
                <a:gd name="connsiteX48" fmla="*/ 994988 w 2898816"/>
                <a:gd name="connsiteY48" fmla="*/ 3440137 h 3453956"/>
                <a:gd name="connsiteX49" fmla="*/ 880979 w 2898816"/>
                <a:gd name="connsiteY49" fmla="*/ 3447047 h 3453956"/>
                <a:gd name="connsiteX50" fmla="*/ 843667 w 2898816"/>
                <a:gd name="connsiteY50" fmla="*/ 3453956 h 3453956"/>
                <a:gd name="connsiteX51" fmla="*/ 801518 w 2898816"/>
                <a:gd name="connsiteY51" fmla="*/ 3447047 h 345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898816" h="3453956">
                  <a:moveTo>
                    <a:pt x="801518" y="3447047"/>
                  </a:moveTo>
                  <a:cubicBezTo>
                    <a:pt x="798754" y="3442901"/>
                    <a:pt x="657106" y="3440137"/>
                    <a:pt x="398686" y="3440137"/>
                  </a:cubicBezTo>
                  <a:lnTo>
                    <a:pt x="0" y="3440137"/>
                  </a:lnTo>
                  <a:lnTo>
                    <a:pt x="0" y="1721019"/>
                  </a:lnTo>
                  <a:lnTo>
                    <a:pt x="0" y="2592"/>
                  </a:lnTo>
                  <a:lnTo>
                    <a:pt x="856795" y="520"/>
                  </a:lnTo>
                  <a:cubicBezTo>
                    <a:pt x="1719809" y="-1553"/>
                    <a:pt x="1884949" y="1901"/>
                    <a:pt x="1996194" y="23321"/>
                  </a:cubicBezTo>
                  <a:cubicBezTo>
                    <a:pt x="2294000" y="80671"/>
                    <a:pt x="2533764" y="238211"/>
                    <a:pt x="2698213" y="483503"/>
                  </a:cubicBezTo>
                  <a:cubicBezTo>
                    <a:pt x="2803931" y="641734"/>
                    <a:pt x="2863354" y="794437"/>
                    <a:pt x="2888228" y="970632"/>
                  </a:cubicBezTo>
                  <a:cubicBezTo>
                    <a:pt x="2903430" y="1079805"/>
                    <a:pt x="2902048" y="1313351"/>
                    <a:pt x="2885464" y="1415613"/>
                  </a:cubicBezTo>
                  <a:cubicBezTo>
                    <a:pt x="2838479" y="1703745"/>
                    <a:pt x="2718252" y="1920708"/>
                    <a:pt x="2508198" y="2096903"/>
                  </a:cubicBezTo>
                  <a:cubicBezTo>
                    <a:pt x="2354114" y="2226805"/>
                    <a:pt x="2211775" y="2286918"/>
                    <a:pt x="1982375" y="2320776"/>
                  </a:cubicBezTo>
                  <a:cubicBezTo>
                    <a:pt x="1864220" y="2338741"/>
                    <a:pt x="1400584" y="2351869"/>
                    <a:pt x="1372254" y="2338741"/>
                  </a:cubicBezTo>
                  <a:cubicBezTo>
                    <a:pt x="1346689" y="2326995"/>
                    <a:pt x="1343925" y="2302120"/>
                    <a:pt x="1350834" y="2168764"/>
                  </a:cubicBezTo>
                  <a:cubicBezTo>
                    <a:pt x="1355671" y="2087921"/>
                    <a:pt x="1355671" y="2040245"/>
                    <a:pt x="1350834" y="2023661"/>
                  </a:cubicBezTo>
                  <a:cubicBezTo>
                    <a:pt x="1339779" y="1984276"/>
                    <a:pt x="1341852" y="1949037"/>
                    <a:pt x="1357053" y="1941436"/>
                  </a:cubicBezTo>
                  <a:cubicBezTo>
                    <a:pt x="1364653" y="1936600"/>
                    <a:pt x="1463461" y="1934527"/>
                    <a:pt x="1617546" y="1935909"/>
                  </a:cubicBezTo>
                  <a:lnTo>
                    <a:pt x="1865602" y="1936600"/>
                  </a:lnTo>
                  <a:lnTo>
                    <a:pt x="1927789" y="1917944"/>
                  </a:lnTo>
                  <a:cubicBezTo>
                    <a:pt x="2127478" y="1855757"/>
                    <a:pt x="2281562" y="1738293"/>
                    <a:pt x="2385207" y="1567625"/>
                  </a:cubicBezTo>
                  <a:cubicBezTo>
                    <a:pt x="2450849" y="1459835"/>
                    <a:pt x="2484015" y="1327170"/>
                    <a:pt x="2484015" y="1168248"/>
                  </a:cubicBezTo>
                  <a:cubicBezTo>
                    <a:pt x="2484015" y="1065295"/>
                    <a:pt x="2473650" y="993435"/>
                    <a:pt x="2449467" y="927102"/>
                  </a:cubicBezTo>
                  <a:cubicBezTo>
                    <a:pt x="2428047" y="869752"/>
                    <a:pt x="2378297" y="771635"/>
                    <a:pt x="2343058" y="719122"/>
                  </a:cubicBezTo>
                  <a:cubicBezTo>
                    <a:pt x="2261524" y="596130"/>
                    <a:pt x="2100530" y="494559"/>
                    <a:pt x="1918806" y="450337"/>
                  </a:cubicBezTo>
                  <a:lnTo>
                    <a:pt x="1844873" y="432372"/>
                  </a:lnTo>
                  <a:lnTo>
                    <a:pt x="1143545" y="434445"/>
                  </a:lnTo>
                  <a:cubicBezTo>
                    <a:pt x="757987" y="435136"/>
                    <a:pt x="440144" y="437209"/>
                    <a:pt x="437380" y="439282"/>
                  </a:cubicBezTo>
                  <a:cubicBezTo>
                    <a:pt x="433234" y="441354"/>
                    <a:pt x="433925" y="2165309"/>
                    <a:pt x="438071" y="2934352"/>
                  </a:cubicBezTo>
                  <a:lnTo>
                    <a:pt x="438762" y="3046288"/>
                  </a:lnTo>
                  <a:lnTo>
                    <a:pt x="565208" y="3046288"/>
                  </a:lnTo>
                  <a:lnTo>
                    <a:pt x="690964" y="3046288"/>
                  </a:lnTo>
                  <a:lnTo>
                    <a:pt x="689582" y="2971664"/>
                  </a:lnTo>
                  <a:cubicBezTo>
                    <a:pt x="685436" y="2684223"/>
                    <a:pt x="680599" y="761271"/>
                    <a:pt x="683363" y="748142"/>
                  </a:cubicBezTo>
                  <a:cubicBezTo>
                    <a:pt x="689582" y="723268"/>
                    <a:pt x="731731" y="725341"/>
                    <a:pt x="782862" y="752979"/>
                  </a:cubicBezTo>
                  <a:cubicBezTo>
                    <a:pt x="804282" y="764725"/>
                    <a:pt x="869232" y="799274"/>
                    <a:pt x="925891" y="829676"/>
                  </a:cubicBezTo>
                  <a:cubicBezTo>
                    <a:pt x="983241" y="860078"/>
                    <a:pt x="1039210" y="890481"/>
                    <a:pt x="1050265" y="897390"/>
                  </a:cubicBezTo>
                  <a:cubicBezTo>
                    <a:pt x="1062011" y="903609"/>
                    <a:pt x="1136635" y="942994"/>
                    <a:pt x="1216096" y="983761"/>
                  </a:cubicBezTo>
                  <a:cubicBezTo>
                    <a:pt x="1296248" y="1024528"/>
                    <a:pt x="1388146" y="1073586"/>
                    <a:pt x="1422003" y="1091551"/>
                  </a:cubicBezTo>
                  <a:cubicBezTo>
                    <a:pt x="1455169" y="1110207"/>
                    <a:pt x="1484190" y="1125409"/>
                    <a:pt x="1487645" y="1125409"/>
                  </a:cubicBezTo>
                  <a:cubicBezTo>
                    <a:pt x="1490409" y="1125409"/>
                    <a:pt x="1504228" y="1133009"/>
                    <a:pt x="1518738" y="1142683"/>
                  </a:cubicBezTo>
                  <a:cubicBezTo>
                    <a:pt x="1541540" y="1158575"/>
                    <a:pt x="1544304" y="1164102"/>
                    <a:pt x="1544304" y="1188977"/>
                  </a:cubicBezTo>
                  <a:lnTo>
                    <a:pt x="1544304" y="1217307"/>
                  </a:lnTo>
                  <a:lnTo>
                    <a:pt x="1466225" y="1213852"/>
                  </a:lnTo>
                  <a:cubicBezTo>
                    <a:pt x="1390910" y="1210397"/>
                    <a:pt x="1384692" y="1209015"/>
                    <a:pt x="1288647" y="1170321"/>
                  </a:cubicBezTo>
                  <a:cubicBezTo>
                    <a:pt x="1233370" y="1148210"/>
                    <a:pt x="1170493" y="1121263"/>
                    <a:pt x="1149073" y="1110207"/>
                  </a:cubicBezTo>
                  <a:lnTo>
                    <a:pt x="1108997" y="1090860"/>
                  </a:lnTo>
                  <a:lnTo>
                    <a:pt x="1108997" y="2265499"/>
                  </a:lnTo>
                  <a:lnTo>
                    <a:pt x="1108997" y="3440137"/>
                  </a:lnTo>
                  <a:lnTo>
                    <a:pt x="994988" y="3440137"/>
                  </a:lnTo>
                  <a:cubicBezTo>
                    <a:pt x="923819" y="3440137"/>
                    <a:pt x="880979" y="3442901"/>
                    <a:pt x="880979" y="3447047"/>
                  </a:cubicBezTo>
                  <a:cubicBezTo>
                    <a:pt x="880979" y="3451192"/>
                    <a:pt x="864395" y="3453956"/>
                    <a:pt x="843667" y="3453956"/>
                  </a:cubicBezTo>
                  <a:cubicBezTo>
                    <a:pt x="822938" y="3453956"/>
                    <a:pt x="803591" y="3451192"/>
                    <a:pt x="801518" y="3447047"/>
                  </a:cubicBezTo>
                  <a:close/>
                </a:path>
              </a:pathLst>
            </a:custGeom>
            <a:solidFill>
              <a:schemeClr val="bg1"/>
            </a:solidFill>
            <a:ln w="6905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E6E6E6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8D6BFB57-493E-E43E-93F7-31BAF8A37598}"/>
                </a:ext>
              </a:extLst>
            </p:cNvPr>
            <p:cNvSpPr/>
            <p:nvPr/>
          </p:nvSpPr>
          <p:spPr>
            <a:xfrm>
              <a:off x="5049361" y="1448884"/>
              <a:ext cx="7901940" cy="7901994"/>
            </a:xfrm>
            <a:prstGeom prst="ellipse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xmlns="" id="{8B438F07-F85F-6009-85DC-6DDD2832DC8B}"/>
                </a:ext>
              </a:extLst>
            </p:cNvPr>
            <p:cNvSpPr txBox="1"/>
            <p:nvPr/>
          </p:nvSpPr>
          <p:spPr>
            <a:xfrm>
              <a:off x="6243400" y="6986592"/>
              <a:ext cx="55136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SOLUTIONS</a:t>
              </a:r>
              <a:endParaRPr lang="en-IN" sz="48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5823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AA84F08-B0C4-940D-4A24-9113BD07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92235E90-3065-899D-D3E2-B34E161F37D2}"/>
              </a:ext>
            </a:extLst>
          </p:cNvPr>
          <p:cNvGrpSpPr>
            <a:grpSpLocks noChangeAspect="1"/>
          </p:cNvGrpSpPr>
          <p:nvPr/>
        </p:nvGrpSpPr>
        <p:grpSpPr>
          <a:xfrm>
            <a:off x="5049361" y="1448884"/>
            <a:ext cx="7901940" cy="7901994"/>
            <a:chOff x="3484334" y="817334"/>
            <a:chExt cx="5223331" cy="522333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FDD82E9B-CA03-7FCF-A82A-494E703D675B}"/>
                </a:ext>
              </a:extLst>
            </p:cNvPr>
            <p:cNvSpPr/>
            <p:nvPr/>
          </p:nvSpPr>
          <p:spPr>
            <a:xfrm>
              <a:off x="4054538" y="4030174"/>
              <a:ext cx="357106" cy="415064"/>
            </a:xfrm>
            <a:custGeom>
              <a:avLst/>
              <a:gdLst>
                <a:gd name="connsiteX0" fmla="*/ 1382 w 619467"/>
                <a:gd name="connsiteY0" fmla="*/ 350023 h 696886"/>
                <a:gd name="connsiteX1" fmla="*/ 3455 w 619467"/>
                <a:gd name="connsiteY1" fmla="*/ 2468 h 696886"/>
                <a:gd name="connsiteX2" fmla="*/ 213508 w 619467"/>
                <a:gd name="connsiteY2" fmla="*/ 395 h 696886"/>
                <a:gd name="connsiteX3" fmla="*/ 464328 w 619467"/>
                <a:gd name="connsiteY3" fmla="*/ 9377 h 696886"/>
                <a:gd name="connsiteX4" fmla="*/ 605975 w 619467"/>
                <a:gd name="connsiteY4" fmla="*/ 133751 h 696886"/>
                <a:gd name="connsiteX5" fmla="*/ 603902 w 619467"/>
                <a:gd name="connsiteY5" fmla="*/ 359005 h 696886"/>
                <a:gd name="connsiteX6" fmla="*/ 512004 w 619467"/>
                <a:gd name="connsiteY6" fmla="*/ 460577 h 696886"/>
                <a:gd name="connsiteX7" fmla="*/ 368284 w 619467"/>
                <a:gd name="connsiteY7" fmla="*/ 481306 h 696886"/>
                <a:gd name="connsiteX8" fmla="*/ 255657 w 619467"/>
                <a:gd name="connsiteY8" fmla="*/ 484069 h 696886"/>
                <a:gd name="connsiteX9" fmla="*/ 255657 w 619467"/>
                <a:gd name="connsiteY9" fmla="*/ 590478 h 696886"/>
                <a:gd name="connsiteX10" fmla="*/ 255657 w 619467"/>
                <a:gd name="connsiteY10" fmla="*/ 696886 h 696886"/>
                <a:gd name="connsiteX11" fmla="*/ 127828 w 619467"/>
                <a:gd name="connsiteY11" fmla="*/ 696886 h 696886"/>
                <a:gd name="connsiteX12" fmla="*/ 0 w 619467"/>
                <a:gd name="connsiteY12" fmla="*/ 696886 h 696886"/>
                <a:gd name="connsiteX13" fmla="*/ 1382 w 619467"/>
                <a:gd name="connsiteY13" fmla="*/ 350023 h 696886"/>
                <a:gd name="connsiteX14" fmla="*/ 348937 w 619467"/>
                <a:gd name="connsiteY14" fmla="*/ 271943 h 696886"/>
                <a:gd name="connsiteX15" fmla="*/ 348937 w 619467"/>
                <a:gd name="connsiteY15" fmla="*/ 216666 h 696886"/>
                <a:gd name="connsiteX16" fmla="*/ 293660 w 619467"/>
                <a:gd name="connsiteY16" fmla="*/ 199392 h 696886"/>
                <a:gd name="connsiteX17" fmla="*/ 255657 w 619467"/>
                <a:gd name="connsiteY17" fmla="*/ 199392 h 696886"/>
                <a:gd name="connsiteX18" fmla="*/ 255657 w 619467"/>
                <a:gd name="connsiteY18" fmla="*/ 244305 h 696886"/>
                <a:gd name="connsiteX19" fmla="*/ 255657 w 619467"/>
                <a:gd name="connsiteY19" fmla="*/ 289218 h 696886"/>
                <a:gd name="connsiteX20" fmla="*/ 293660 w 619467"/>
                <a:gd name="connsiteY20" fmla="*/ 289218 h 696886"/>
                <a:gd name="connsiteX21" fmla="*/ 348937 w 619467"/>
                <a:gd name="connsiteY21" fmla="*/ 271943 h 69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9467" h="696886">
                  <a:moveTo>
                    <a:pt x="1382" y="350023"/>
                  </a:moveTo>
                  <a:lnTo>
                    <a:pt x="3455" y="2468"/>
                  </a:lnTo>
                  <a:lnTo>
                    <a:pt x="213508" y="395"/>
                  </a:lnTo>
                  <a:cubicBezTo>
                    <a:pt x="382103" y="-987"/>
                    <a:pt x="431852" y="1086"/>
                    <a:pt x="464328" y="9377"/>
                  </a:cubicBezTo>
                  <a:cubicBezTo>
                    <a:pt x="533424" y="26651"/>
                    <a:pt x="574882" y="63272"/>
                    <a:pt x="605975" y="133751"/>
                  </a:cubicBezTo>
                  <a:cubicBezTo>
                    <a:pt x="624631" y="176591"/>
                    <a:pt x="623940" y="316165"/>
                    <a:pt x="603902" y="359005"/>
                  </a:cubicBezTo>
                  <a:cubicBezTo>
                    <a:pt x="584555" y="400463"/>
                    <a:pt x="551389" y="437775"/>
                    <a:pt x="512004" y="460577"/>
                  </a:cubicBezTo>
                  <a:cubicBezTo>
                    <a:pt x="481602" y="478542"/>
                    <a:pt x="475383" y="479233"/>
                    <a:pt x="368284" y="481306"/>
                  </a:cubicBezTo>
                  <a:lnTo>
                    <a:pt x="255657" y="484069"/>
                  </a:lnTo>
                  <a:lnTo>
                    <a:pt x="255657" y="590478"/>
                  </a:lnTo>
                  <a:lnTo>
                    <a:pt x="255657" y="696886"/>
                  </a:lnTo>
                  <a:lnTo>
                    <a:pt x="127828" y="696886"/>
                  </a:lnTo>
                  <a:lnTo>
                    <a:pt x="0" y="696886"/>
                  </a:lnTo>
                  <a:lnTo>
                    <a:pt x="1382" y="350023"/>
                  </a:lnTo>
                  <a:close/>
                  <a:moveTo>
                    <a:pt x="348937" y="271943"/>
                  </a:moveTo>
                  <a:cubicBezTo>
                    <a:pt x="370357" y="250524"/>
                    <a:pt x="370357" y="238086"/>
                    <a:pt x="348937" y="216666"/>
                  </a:cubicBezTo>
                  <a:cubicBezTo>
                    <a:pt x="335117" y="202156"/>
                    <a:pt x="325444" y="199392"/>
                    <a:pt x="293660" y="199392"/>
                  </a:cubicBezTo>
                  <a:lnTo>
                    <a:pt x="255657" y="199392"/>
                  </a:lnTo>
                  <a:lnTo>
                    <a:pt x="255657" y="244305"/>
                  </a:lnTo>
                  <a:lnTo>
                    <a:pt x="255657" y="289218"/>
                  </a:lnTo>
                  <a:lnTo>
                    <a:pt x="293660" y="289218"/>
                  </a:lnTo>
                  <a:cubicBezTo>
                    <a:pt x="325444" y="289218"/>
                    <a:pt x="335117" y="286454"/>
                    <a:pt x="348937" y="271943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24FB309D-BA2A-B156-CB82-C5E14089E8D5}"/>
                </a:ext>
              </a:extLst>
            </p:cNvPr>
            <p:cNvSpPr/>
            <p:nvPr/>
          </p:nvSpPr>
          <p:spPr>
            <a:xfrm>
              <a:off x="4512609" y="4028764"/>
              <a:ext cx="390354" cy="416476"/>
            </a:xfrm>
            <a:custGeom>
              <a:avLst/>
              <a:gdLst>
                <a:gd name="connsiteX0" fmla="*/ 0 w 677144"/>
                <a:gd name="connsiteY0" fmla="*/ 349628 h 699255"/>
                <a:gd name="connsiteX1" fmla="*/ 0 w 677144"/>
                <a:gd name="connsiteY1" fmla="*/ 0 h 699255"/>
                <a:gd name="connsiteX2" fmla="*/ 250820 w 677144"/>
                <a:gd name="connsiteY2" fmla="*/ 2764 h 699255"/>
                <a:gd name="connsiteX3" fmla="*/ 596302 w 677144"/>
                <a:gd name="connsiteY3" fmla="*/ 56659 h 699255"/>
                <a:gd name="connsiteX4" fmla="*/ 661943 w 677144"/>
                <a:gd name="connsiteY4" fmla="*/ 201761 h 699255"/>
                <a:gd name="connsiteX5" fmla="*/ 581101 w 677144"/>
                <a:gd name="connsiteY5" fmla="*/ 400759 h 699255"/>
                <a:gd name="connsiteX6" fmla="*/ 554153 w 677144"/>
                <a:gd name="connsiteY6" fmla="*/ 420106 h 699255"/>
                <a:gd name="connsiteX7" fmla="*/ 615649 w 677144"/>
                <a:gd name="connsiteY7" fmla="*/ 534115 h 699255"/>
                <a:gd name="connsiteX8" fmla="*/ 677144 w 677144"/>
                <a:gd name="connsiteY8" fmla="*/ 673690 h 699255"/>
                <a:gd name="connsiteX9" fmla="*/ 677144 w 677144"/>
                <a:gd name="connsiteY9" fmla="*/ 699255 h 699255"/>
                <a:gd name="connsiteX10" fmla="*/ 540334 w 677144"/>
                <a:gd name="connsiteY10" fmla="*/ 699255 h 699255"/>
                <a:gd name="connsiteX11" fmla="*/ 402832 w 677144"/>
                <a:gd name="connsiteY11" fmla="*/ 699255 h 699255"/>
                <a:gd name="connsiteX12" fmla="*/ 345482 w 677144"/>
                <a:gd name="connsiteY12" fmla="*/ 578337 h 699255"/>
                <a:gd name="connsiteX13" fmla="*/ 270167 w 677144"/>
                <a:gd name="connsiteY13" fmla="*/ 458800 h 699255"/>
                <a:gd name="connsiteX14" fmla="*/ 252202 w 677144"/>
                <a:gd name="connsiteY14" fmla="*/ 460873 h 699255"/>
                <a:gd name="connsiteX15" fmla="*/ 250129 w 677144"/>
                <a:gd name="connsiteY15" fmla="*/ 580410 h 699255"/>
                <a:gd name="connsiteX16" fmla="*/ 248747 w 677144"/>
                <a:gd name="connsiteY16" fmla="*/ 699255 h 699255"/>
                <a:gd name="connsiteX17" fmla="*/ 124373 w 677144"/>
                <a:gd name="connsiteY17" fmla="*/ 699255 h 699255"/>
                <a:gd name="connsiteX18" fmla="*/ 0 w 677144"/>
                <a:gd name="connsiteY18" fmla="*/ 699255 h 699255"/>
                <a:gd name="connsiteX19" fmla="*/ 0 w 677144"/>
                <a:gd name="connsiteY19" fmla="*/ 349628 h 699255"/>
                <a:gd name="connsiteX20" fmla="*/ 386940 w 677144"/>
                <a:gd name="connsiteY20" fmla="*/ 257039 h 699255"/>
                <a:gd name="connsiteX21" fmla="*/ 385558 w 677144"/>
                <a:gd name="connsiteY21" fmla="*/ 208671 h 699255"/>
                <a:gd name="connsiteX22" fmla="*/ 309552 w 677144"/>
                <a:gd name="connsiteY22" fmla="*/ 194852 h 699255"/>
                <a:gd name="connsiteX23" fmla="*/ 248747 w 677144"/>
                <a:gd name="connsiteY23" fmla="*/ 194852 h 699255"/>
                <a:gd name="connsiteX24" fmla="*/ 248747 w 677144"/>
                <a:gd name="connsiteY24" fmla="*/ 232855 h 699255"/>
                <a:gd name="connsiteX25" fmla="*/ 248747 w 677144"/>
                <a:gd name="connsiteY25" fmla="*/ 270858 h 699255"/>
                <a:gd name="connsiteX26" fmla="*/ 310934 w 677144"/>
                <a:gd name="connsiteY26" fmla="*/ 270858 h 699255"/>
                <a:gd name="connsiteX27" fmla="*/ 386940 w 677144"/>
                <a:gd name="connsiteY27" fmla="*/ 257039 h 6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7144" h="699255">
                  <a:moveTo>
                    <a:pt x="0" y="349628"/>
                  </a:moveTo>
                  <a:lnTo>
                    <a:pt x="0" y="0"/>
                  </a:lnTo>
                  <a:lnTo>
                    <a:pt x="250820" y="2764"/>
                  </a:lnTo>
                  <a:cubicBezTo>
                    <a:pt x="532042" y="6219"/>
                    <a:pt x="539643" y="7601"/>
                    <a:pt x="596302" y="56659"/>
                  </a:cubicBezTo>
                  <a:cubicBezTo>
                    <a:pt x="634305" y="90517"/>
                    <a:pt x="657107" y="141648"/>
                    <a:pt x="661943" y="201761"/>
                  </a:cubicBezTo>
                  <a:cubicBezTo>
                    <a:pt x="668162" y="290896"/>
                    <a:pt x="641214" y="357228"/>
                    <a:pt x="581101" y="400759"/>
                  </a:cubicBezTo>
                  <a:lnTo>
                    <a:pt x="554153" y="420106"/>
                  </a:lnTo>
                  <a:lnTo>
                    <a:pt x="615649" y="534115"/>
                  </a:lnTo>
                  <a:cubicBezTo>
                    <a:pt x="660561" y="617721"/>
                    <a:pt x="676453" y="654343"/>
                    <a:pt x="677144" y="673690"/>
                  </a:cubicBezTo>
                  <a:lnTo>
                    <a:pt x="677144" y="699255"/>
                  </a:lnTo>
                  <a:lnTo>
                    <a:pt x="540334" y="699255"/>
                  </a:lnTo>
                  <a:lnTo>
                    <a:pt x="402832" y="699255"/>
                  </a:lnTo>
                  <a:lnTo>
                    <a:pt x="345482" y="578337"/>
                  </a:lnTo>
                  <a:cubicBezTo>
                    <a:pt x="290896" y="464328"/>
                    <a:pt x="286750" y="456727"/>
                    <a:pt x="270167" y="458800"/>
                  </a:cubicBezTo>
                  <a:lnTo>
                    <a:pt x="252202" y="460873"/>
                  </a:lnTo>
                  <a:lnTo>
                    <a:pt x="250129" y="580410"/>
                  </a:lnTo>
                  <a:lnTo>
                    <a:pt x="248747" y="699255"/>
                  </a:lnTo>
                  <a:lnTo>
                    <a:pt x="124373" y="699255"/>
                  </a:lnTo>
                  <a:lnTo>
                    <a:pt x="0" y="699255"/>
                  </a:lnTo>
                  <a:lnTo>
                    <a:pt x="0" y="349628"/>
                  </a:lnTo>
                  <a:close/>
                  <a:moveTo>
                    <a:pt x="386940" y="257039"/>
                  </a:moveTo>
                  <a:cubicBezTo>
                    <a:pt x="404905" y="239074"/>
                    <a:pt x="404214" y="226636"/>
                    <a:pt x="385558" y="208671"/>
                  </a:cubicBezTo>
                  <a:cubicBezTo>
                    <a:pt x="373120" y="196925"/>
                    <a:pt x="361374" y="194852"/>
                    <a:pt x="309552" y="194852"/>
                  </a:cubicBezTo>
                  <a:lnTo>
                    <a:pt x="248747" y="194852"/>
                  </a:lnTo>
                  <a:lnTo>
                    <a:pt x="248747" y="232855"/>
                  </a:lnTo>
                  <a:lnTo>
                    <a:pt x="248747" y="270858"/>
                  </a:lnTo>
                  <a:lnTo>
                    <a:pt x="310934" y="270858"/>
                  </a:lnTo>
                  <a:cubicBezTo>
                    <a:pt x="364138" y="270858"/>
                    <a:pt x="375193" y="268785"/>
                    <a:pt x="386940" y="257039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30AC6B62-FD19-38E4-F104-246BD309861C}"/>
                </a:ext>
              </a:extLst>
            </p:cNvPr>
            <p:cNvSpPr/>
            <p:nvPr/>
          </p:nvSpPr>
          <p:spPr>
            <a:xfrm>
              <a:off x="4966694" y="4029587"/>
              <a:ext cx="438153" cy="415653"/>
            </a:xfrm>
            <a:custGeom>
              <a:avLst/>
              <a:gdLst>
                <a:gd name="connsiteX0" fmla="*/ 0 w 760060"/>
                <a:gd name="connsiteY0" fmla="*/ 671616 h 697873"/>
                <a:gd name="connsiteX1" fmla="*/ 110554 w 760060"/>
                <a:gd name="connsiteY1" fmla="*/ 341336 h 697873"/>
                <a:gd name="connsiteX2" fmla="*/ 228709 w 760060"/>
                <a:gd name="connsiteY2" fmla="*/ 18656 h 697873"/>
                <a:gd name="connsiteX3" fmla="*/ 237000 w 760060"/>
                <a:gd name="connsiteY3" fmla="*/ 0 h 697873"/>
                <a:gd name="connsiteX4" fmla="*/ 378648 w 760060"/>
                <a:gd name="connsiteY4" fmla="*/ 1382 h 697873"/>
                <a:gd name="connsiteX5" fmla="*/ 520296 w 760060"/>
                <a:gd name="connsiteY5" fmla="*/ 3455 h 697873"/>
                <a:gd name="connsiteX6" fmla="*/ 640523 w 760060"/>
                <a:gd name="connsiteY6" fmla="*/ 331663 h 697873"/>
                <a:gd name="connsiteX7" fmla="*/ 760060 w 760060"/>
                <a:gd name="connsiteY7" fmla="*/ 678526 h 697873"/>
                <a:gd name="connsiteX8" fmla="*/ 760060 w 760060"/>
                <a:gd name="connsiteY8" fmla="*/ 697873 h 697873"/>
                <a:gd name="connsiteX9" fmla="*/ 627395 w 760060"/>
                <a:gd name="connsiteY9" fmla="*/ 696492 h 697873"/>
                <a:gd name="connsiteX10" fmla="*/ 494730 w 760060"/>
                <a:gd name="connsiteY10" fmla="*/ 694419 h 697873"/>
                <a:gd name="connsiteX11" fmla="*/ 481602 w 760060"/>
                <a:gd name="connsiteY11" fmla="*/ 651579 h 697873"/>
                <a:gd name="connsiteX12" fmla="*/ 468473 w 760060"/>
                <a:gd name="connsiteY12" fmla="*/ 608048 h 697873"/>
                <a:gd name="connsiteX13" fmla="*/ 373120 w 760060"/>
                <a:gd name="connsiteY13" fmla="*/ 608048 h 697873"/>
                <a:gd name="connsiteX14" fmla="*/ 277768 w 760060"/>
                <a:gd name="connsiteY14" fmla="*/ 608048 h 697873"/>
                <a:gd name="connsiteX15" fmla="*/ 265330 w 760060"/>
                <a:gd name="connsiteY15" fmla="*/ 652961 h 697873"/>
                <a:gd name="connsiteX16" fmla="*/ 252202 w 760060"/>
                <a:gd name="connsiteY16" fmla="*/ 697873 h 697873"/>
                <a:gd name="connsiteX17" fmla="*/ 126446 w 760060"/>
                <a:gd name="connsiteY17" fmla="*/ 697873 h 697873"/>
                <a:gd name="connsiteX18" fmla="*/ 0 w 760060"/>
                <a:gd name="connsiteY18" fmla="*/ 697873 h 697873"/>
                <a:gd name="connsiteX19" fmla="*/ 0 w 760060"/>
                <a:gd name="connsiteY19" fmla="*/ 671616 h 697873"/>
                <a:gd name="connsiteX20" fmla="*/ 407669 w 760060"/>
                <a:gd name="connsiteY20" fmla="*/ 410433 h 697873"/>
                <a:gd name="connsiteX21" fmla="*/ 373120 w 760060"/>
                <a:gd name="connsiteY21" fmla="*/ 301951 h 697873"/>
                <a:gd name="connsiteX22" fmla="*/ 338572 w 760060"/>
                <a:gd name="connsiteY22" fmla="*/ 410433 h 697873"/>
                <a:gd name="connsiteX23" fmla="*/ 373120 w 760060"/>
                <a:gd name="connsiteY23" fmla="*/ 414578 h 697873"/>
                <a:gd name="connsiteX24" fmla="*/ 407669 w 760060"/>
                <a:gd name="connsiteY24" fmla="*/ 410433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0060" h="697873">
                  <a:moveTo>
                    <a:pt x="0" y="671616"/>
                  </a:moveTo>
                  <a:cubicBezTo>
                    <a:pt x="0" y="655034"/>
                    <a:pt x="40076" y="534806"/>
                    <a:pt x="110554" y="341336"/>
                  </a:cubicBezTo>
                  <a:cubicBezTo>
                    <a:pt x="171359" y="174814"/>
                    <a:pt x="224563" y="29711"/>
                    <a:pt x="228709" y="18656"/>
                  </a:cubicBezTo>
                  <a:lnTo>
                    <a:pt x="237000" y="0"/>
                  </a:lnTo>
                  <a:lnTo>
                    <a:pt x="378648" y="1382"/>
                  </a:lnTo>
                  <a:lnTo>
                    <a:pt x="520296" y="3455"/>
                  </a:lnTo>
                  <a:lnTo>
                    <a:pt x="640523" y="331663"/>
                  </a:lnTo>
                  <a:cubicBezTo>
                    <a:pt x="706165" y="512004"/>
                    <a:pt x="760060" y="668162"/>
                    <a:pt x="760060" y="678526"/>
                  </a:cubicBezTo>
                  <a:lnTo>
                    <a:pt x="760060" y="697873"/>
                  </a:lnTo>
                  <a:lnTo>
                    <a:pt x="627395" y="696492"/>
                  </a:lnTo>
                  <a:lnTo>
                    <a:pt x="494730" y="694419"/>
                  </a:lnTo>
                  <a:lnTo>
                    <a:pt x="481602" y="651579"/>
                  </a:lnTo>
                  <a:lnTo>
                    <a:pt x="468473" y="608048"/>
                  </a:lnTo>
                  <a:lnTo>
                    <a:pt x="373120" y="608048"/>
                  </a:lnTo>
                  <a:lnTo>
                    <a:pt x="277768" y="608048"/>
                  </a:lnTo>
                  <a:lnTo>
                    <a:pt x="265330" y="652961"/>
                  </a:lnTo>
                  <a:lnTo>
                    <a:pt x="252202" y="697873"/>
                  </a:lnTo>
                  <a:lnTo>
                    <a:pt x="126446" y="697873"/>
                  </a:lnTo>
                  <a:lnTo>
                    <a:pt x="0" y="697873"/>
                  </a:lnTo>
                  <a:lnTo>
                    <a:pt x="0" y="671616"/>
                  </a:lnTo>
                  <a:close/>
                  <a:moveTo>
                    <a:pt x="407669" y="410433"/>
                  </a:moveTo>
                  <a:cubicBezTo>
                    <a:pt x="407669" y="393849"/>
                    <a:pt x="376575" y="297805"/>
                    <a:pt x="373120" y="301951"/>
                  </a:cubicBezTo>
                  <a:cubicBezTo>
                    <a:pt x="368284" y="306788"/>
                    <a:pt x="338572" y="401450"/>
                    <a:pt x="338572" y="410433"/>
                  </a:cubicBezTo>
                  <a:cubicBezTo>
                    <a:pt x="338572" y="412505"/>
                    <a:pt x="354464" y="414578"/>
                    <a:pt x="373120" y="414578"/>
                  </a:cubicBezTo>
                  <a:cubicBezTo>
                    <a:pt x="392467" y="414578"/>
                    <a:pt x="407669" y="412505"/>
                    <a:pt x="407669" y="410433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B8DD8035-C717-527D-5A0F-6C5FCE83A5B2}"/>
                </a:ext>
              </a:extLst>
            </p:cNvPr>
            <p:cNvSpPr/>
            <p:nvPr/>
          </p:nvSpPr>
          <p:spPr>
            <a:xfrm>
              <a:off x="5456630" y="4029587"/>
              <a:ext cx="394736" cy="415653"/>
            </a:xfrm>
            <a:custGeom>
              <a:avLst/>
              <a:gdLst>
                <a:gd name="connsiteX0" fmla="*/ 214199 w 684744"/>
                <a:gd name="connsiteY0" fmla="*/ 452581 h 697873"/>
                <a:gd name="connsiteX1" fmla="*/ 214199 w 684744"/>
                <a:gd name="connsiteY1" fmla="*/ 207289 h 697873"/>
                <a:gd name="connsiteX2" fmla="*/ 107099 w 684744"/>
                <a:gd name="connsiteY2" fmla="*/ 207289 h 697873"/>
                <a:gd name="connsiteX3" fmla="*/ 0 w 684744"/>
                <a:gd name="connsiteY3" fmla="*/ 207289 h 697873"/>
                <a:gd name="connsiteX4" fmla="*/ 0 w 684744"/>
                <a:gd name="connsiteY4" fmla="*/ 103645 h 697873"/>
                <a:gd name="connsiteX5" fmla="*/ 0 w 684744"/>
                <a:gd name="connsiteY5" fmla="*/ 0 h 697873"/>
                <a:gd name="connsiteX6" fmla="*/ 340645 w 684744"/>
                <a:gd name="connsiteY6" fmla="*/ 1382 h 697873"/>
                <a:gd name="connsiteX7" fmla="*/ 680599 w 684744"/>
                <a:gd name="connsiteY7" fmla="*/ 3455 h 697873"/>
                <a:gd name="connsiteX8" fmla="*/ 682672 w 684744"/>
                <a:gd name="connsiteY8" fmla="*/ 105717 h 697873"/>
                <a:gd name="connsiteX9" fmla="*/ 684745 w 684744"/>
                <a:gd name="connsiteY9" fmla="*/ 207289 h 697873"/>
                <a:gd name="connsiteX10" fmla="*/ 576955 w 684744"/>
                <a:gd name="connsiteY10" fmla="*/ 207289 h 697873"/>
                <a:gd name="connsiteX11" fmla="*/ 469855 w 684744"/>
                <a:gd name="connsiteY11" fmla="*/ 207289 h 697873"/>
                <a:gd name="connsiteX12" fmla="*/ 469855 w 684744"/>
                <a:gd name="connsiteY12" fmla="*/ 452581 h 697873"/>
                <a:gd name="connsiteX13" fmla="*/ 469855 w 684744"/>
                <a:gd name="connsiteY13" fmla="*/ 697873 h 697873"/>
                <a:gd name="connsiteX14" fmla="*/ 342027 w 684744"/>
                <a:gd name="connsiteY14" fmla="*/ 697873 h 697873"/>
                <a:gd name="connsiteX15" fmla="*/ 214199 w 684744"/>
                <a:gd name="connsiteY15" fmla="*/ 697873 h 697873"/>
                <a:gd name="connsiteX16" fmla="*/ 214199 w 684744"/>
                <a:gd name="connsiteY16" fmla="*/ 452581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744" h="697873">
                  <a:moveTo>
                    <a:pt x="214199" y="452581"/>
                  </a:moveTo>
                  <a:lnTo>
                    <a:pt x="214199" y="207289"/>
                  </a:lnTo>
                  <a:lnTo>
                    <a:pt x="107099" y="207289"/>
                  </a:lnTo>
                  <a:lnTo>
                    <a:pt x="0" y="207289"/>
                  </a:lnTo>
                  <a:lnTo>
                    <a:pt x="0" y="103645"/>
                  </a:lnTo>
                  <a:lnTo>
                    <a:pt x="0" y="0"/>
                  </a:lnTo>
                  <a:lnTo>
                    <a:pt x="340645" y="1382"/>
                  </a:lnTo>
                  <a:lnTo>
                    <a:pt x="680599" y="3455"/>
                  </a:lnTo>
                  <a:lnTo>
                    <a:pt x="682672" y="105717"/>
                  </a:lnTo>
                  <a:lnTo>
                    <a:pt x="684745" y="207289"/>
                  </a:lnTo>
                  <a:lnTo>
                    <a:pt x="576955" y="207289"/>
                  </a:lnTo>
                  <a:lnTo>
                    <a:pt x="469855" y="207289"/>
                  </a:lnTo>
                  <a:lnTo>
                    <a:pt x="469855" y="452581"/>
                  </a:lnTo>
                  <a:lnTo>
                    <a:pt x="469855" y="697873"/>
                  </a:lnTo>
                  <a:lnTo>
                    <a:pt x="342027" y="697873"/>
                  </a:lnTo>
                  <a:lnTo>
                    <a:pt x="214199" y="697873"/>
                  </a:lnTo>
                  <a:lnTo>
                    <a:pt x="214199" y="452581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93D3345D-3FCC-5F3F-015A-C1F2B71680EC}"/>
                </a:ext>
              </a:extLst>
            </p:cNvPr>
            <p:cNvSpPr/>
            <p:nvPr/>
          </p:nvSpPr>
          <p:spPr>
            <a:xfrm>
              <a:off x="5942581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A6FBCCDF-70F1-3FBF-6FD1-A50FD1120601}"/>
                </a:ext>
              </a:extLst>
            </p:cNvPr>
            <p:cNvSpPr/>
            <p:nvPr/>
          </p:nvSpPr>
          <p:spPr>
            <a:xfrm>
              <a:off x="6464382" y="4029587"/>
              <a:ext cx="143395" cy="415653"/>
            </a:xfrm>
            <a:custGeom>
              <a:avLst/>
              <a:gdLst>
                <a:gd name="connsiteX0" fmla="*/ 0 w 248746"/>
                <a:gd name="connsiteY0" fmla="*/ 348937 h 697873"/>
                <a:gd name="connsiteX1" fmla="*/ 0 w 248746"/>
                <a:gd name="connsiteY1" fmla="*/ 0 h 697873"/>
                <a:gd name="connsiteX2" fmla="*/ 124373 w 248746"/>
                <a:gd name="connsiteY2" fmla="*/ 0 h 697873"/>
                <a:gd name="connsiteX3" fmla="*/ 248747 w 248746"/>
                <a:gd name="connsiteY3" fmla="*/ 0 h 697873"/>
                <a:gd name="connsiteX4" fmla="*/ 248747 w 248746"/>
                <a:gd name="connsiteY4" fmla="*/ 348937 h 697873"/>
                <a:gd name="connsiteX5" fmla="*/ 248747 w 248746"/>
                <a:gd name="connsiteY5" fmla="*/ 697873 h 697873"/>
                <a:gd name="connsiteX6" fmla="*/ 124373 w 248746"/>
                <a:gd name="connsiteY6" fmla="*/ 697873 h 697873"/>
                <a:gd name="connsiteX7" fmla="*/ 0 w 248746"/>
                <a:gd name="connsiteY7" fmla="*/ 697873 h 697873"/>
                <a:gd name="connsiteX8" fmla="*/ 0 w 248746"/>
                <a:gd name="connsiteY8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746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348937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0EB40051-9DF3-4F0C-F6CE-B1CA950821FB}"/>
                </a:ext>
              </a:extLst>
            </p:cNvPr>
            <p:cNvSpPr/>
            <p:nvPr/>
          </p:nvSpPr>
          <p:spPr>
            <a:xfrm>
              <a:off x="6731258" y="4029175"/>
              <a:ext cx="386371" cy="416064"/>
            </a:xfrm>
            <a:custGeom>
              <a:avLst/>
              <a:gdLst>
                <a:gd name="connsiteX0" fmla="*/ 0 w 670234"/>
                <a:gd name="connsiteY0" fmla="*/ 348937 h 698564"/>
                <a:gd name="connsiteX1" fmla="*/ 0 w 670234"/>
                <a:gd name="connsiteY1" fmla="*/ 0 h 698564"/>
                <a:gd name="connsiteX2" fmla="*/ 261184 w 670234"/>
                <a:gd name="connsiteY2" fmla="*/ 2073 h 698564"/>
                <a:gd name="connsiteX3" fmla="*/ 557607 w 670234"/>
                <a:gd name="connsiteY3" fmla="*/ 20729 h 698564"/>
                <a:gd name="connsiteX4" fmla="*/ 650197 w 670234"/>
                <a:gd name="connsiteY4" fmla="*/ 119537 h 698564"/>
                <a:gd name="connsiteX5" fmla="*/ 637068 w 670234"/>
                <a:gd name="connsiteY5" fmla="*/ 288822 h 698564"/>
                <a:gd name="connsiteX6" fmla="*/ 608048 w 670234"/>
                <a:gd name="connsiteY6" fmla="*/ 325444 h 698564"/>
                <a:gd name="connsiteX7" fmla="*/ 619794 w 670234"/>
                <a:gd name="connsiteY7" fmla="*/ 355156 h 698564"/>
                <a:gd name="connsiteX8" fmla="*/ 670235 w 670234"/>
                <a:gd name="connsiteY8" fmla="*/ 498185 h 698564"/>
                <a:gd name="connsiteX9" fmla="*/ 607357 w 670234"/>
                <a:gd name="connsiteY9" fmla="*/ 657106 h 698564"/>
                <a:gd name="connsiteX10" fmla="*/ 254275 w 670234"/>
                <a:gd name="connsiteY10" fmla="*/ 698564 h 698564"/>
                <a:gd name="connsiteX11" fmla="*/ 0 w 670234"/>
                <a:gd name="connsiteY11" fmla="*/ 698564 h 698564"/>
                <a:gd name="connsiteX12" fmla="*/ 0 w 670234"/>
                <a:gd name="connsiteY12" fmla="*/ 348937 h 698564"/>
                <a:gd name="connsiteX13" fmla="*/ 399377 w 670234"/>
                <a:gd name="connsiteY13" fmla="*/ 494039 h 698564"/>
                <a:gd name="connsiteX14" fmla="*/ 402832 w 670234"/>
                <a:gd name="connsiteY14" fmla="*/ 448436 h 698564"/>
                <a:gd name="connsiteX15" fmla="*/ 319916 w 670234"/>
                <a:gd name="connsiteY15" fmla="*/ 435998 h 698564"/>
                <a:gd name="connsiteX16" fmla="*/ 248747 w 670234"/>
                <a:gd name="connsiteY16" fmla="*/ 435998 h 698564"/>
                <a:gd name="connsiteX17" fmla="*/ 248747 w 670234"/>
                <a:gd name="connsiteY17" fmla="*/ 470546 h 698564"/>
                <a:gd name="connsiteX18" fmla="*/ 248747 w 670234"/>
                <a:gd name="connsiteY18" fmla="*/ 505094 h 698564"/>
                <a:gd name="connsiteX19" fmla="*/ 316461 w 670234"/>
                <a:gd name="connsiteY19" fmla="*/ 505094 h 698564"/>
                <a:gd name="connsiteX20" fmla="*/ 399377 w 670234"/>
                <a:gd name="connsiteY20" fmla="*/ 494039 h 698564"/>
                <a:gd name="connsiteX21" fmla="*/ 386940 w 670234"/>
                <a:gd name="connsiteY21" fmla="*/ 242528 h 698564"/>
                <a:gd name="connsiteX22" fmla="*/ 385558 w 670234"/>
                <a:gd name="connsiteY22" fmla="*/ 201070 h 698564"/>
                <a:gd name="connsiteX23" fmla="*/ 309552 w 670234"/>
                <a:gd name="connsiteY23" fmla="*/ 187251 h 698564"/>
                <a:gd name="connsiteX24" fmla="*/ 248747 w 670234"/>
                <a:gd name="connsiteY24" fmla="*/ 187251 h 698564"/>
                <a:gd name="connsiteX25" fmla="*/ 248747 w 670234"/>
                <a:gd name="connsiteY25" fmla="*/ 221799 h 698564"/>
                <a:gd name="connsiteX26" fmla="*/ 248747 w 670234"/>
                <a:gd name="connsiteY26" fmla="*/ 256347 h 698564"/>
                <a:gd name="connsiteX27" fmla="*/ 310934 w 670234"/>
                <a:gd name="connsiteY27" fmla="*/ 256347 h 698564"/>
                <a:gd name="connsiteX28" fmla="*/ 386940 w 670234"/>
                <a:gd name="connsiteY28" fmla="*/ 242528 h 69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70234" h="698564">
                  <a:moveTo>
                    <a:pt x="0" y="348937"/>
                  </a:moveTo>
                  <a:lnTo>
                    <a:pt x="0" y="0"/>
                  </a:lnTo>
                  <a:lnTo>
                    <a:pt x="261184" y="2073"/>
                  </a:lnTo>
                  <a:cubicBezTo>
                    <a:pt x="518223" y="4146"/>
                    <a:pt x="522368" y="4146"/>
                    <a:pt x="557607" y="20729"/>
                  </a:cubicBezTo>
                  <a:cubicBezTo>
                    <a:pt x="602520" y="40767"/>
                    <a:pt x="639141" y="80152"/>
                    <a:pt x="650197" y="119537"/>
                  </a:cubicBezTo>
                  <a:cubicBezTo>
                    <a:pt x="661944" y="164449"/>
                    <a:pt x="655034" y="253583"/>
                    <a:pt x="637068" y="288822"/>
                  </a:cubicBezTo>
                  <a:cubicBezTo>
                    <a:pt x="628777" y="304715"/>
                    <a:pt x="615649" y="321298"/>
                    <a:pt x="608048" y="325444"/>
                  </a:cubicBezTo>
                  <a:cubicBezTo>
                    <a:pt x="594920" y="332353"/>
                    <a:pt x="595610" y="333735"/>
                    <a:pt x="619794" y="355156"/>
                  </a:cubicBezTo>
                  <a:cubicBezTo>
                    <a:pt x="658489" y="389012"/>
                    <a:pt x="670235" y="421488"/>
                    <a:pt x="670235" y="498185"/>
                  </a:cubicBezTo>
                  <a:cubicBezTo>
                    <a:pt x="670235" y="579719"/>
                    <a:pt x="652961" y="623940"/>
                    <a:pt x="607357" y="657106"/>
                  </a:cubicBezTo>
                  <a:cubicBezTo>
                    <a:pt x="552771" y="696491"/>
                    <a:pt x="534806" y="698564"/>
                    <a:pt x="254275" y="698564"/>
                  </a:cubicBezTo>
                  <a:lnTo>
                    <a:pt x="0" y="698564"/>
                  </a:lnTo>
                  <a:lnTo>
                    <a:pt x="0" y="348937"/>
                  </a:lnTo>
                  <a:close/>
                  <a:moveTo>
                    <a:pt x="399377" y="494039"/>
                  </a:moveTo>
                  <a:cubicBezTo>
                    <a:pt x="417342" y="481601"/>
                    <a:pt x="418724" y="465710"/>
                    <a:pt x="402832" y="448436"/>
                  </a:cubicBezTo>
                  <a:cubicBezTo>
                    <a:pt x="393159" y="438071"/>
                    <a:pt x="380721" y="435998"/>
                    <a:pt x="319916" y="435998"/>
                  </a:cubicBezTo>
                  <a:lnTo>
                    <a:pt x="248747" y="435998"/>
                  </a:lnTo>
                  <a:lnTo>
                    <a:pt x="248747" y="470546"/>
                  </a:lnTo>
                  <a:lnTo>
                    <a:pt x="248747" y="505094"/>
                  </a:lnTo>
                  <a:lnTo>
                    <a:pt x="316461" y="505094"/>
                  </a:lnTo>
                  <a:cubicBezTo>
                    <a:pt x="366211" y="505094"/>
                    <a:pt x="387630" y="502330"/>
                    <a:pt x="399377" y="494039"/>
                  </a:cubicBezTo>
                  <a:close/>
                  <a:moveTo>
                    <a:pt x="386940" y="242528"/>
                  </a:moveTo>
                  <a:cubicBezTo>
                    <a:pt x="404214" y="225254"/>
                    <a:pt x="404214" y="219035"/>
                    <a:pt x="385558" y="201070"/>
                  </a:cubicBezTo>
                  <a:cubicBezTo>
                    <a:pt x="373120" y="189324"/>
                    <a:pt x="361374" y="187251"/>
                    <a:pt x="309552" y="187251"/>
                  </a:cubicBezTo>
                  <a:lnTo>
                    <a:pt x="248747" y="187251"/>
                  </a:lnTo>
                  <a:lnTo>
                    <a:pt x="248747" y="221799"/>
                  </a:lnTo>
                  <a:lnTo>
                    <a:pt x="248747" y="256347"/>
                  </a:lnTo>
                  <a:lnTo>
                    <a:pt x="310934" y="256347"/>
                  </a:lnTo>
                  <a:cubicBezTo>
                    <a:pt x="364138" y="256347"/>
                    <a:pt x="375193" y="254274"/>
                    <a:pt x="386940" y="242528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8A6520B4-8E87-0103-34CA-28BF9BA26759}"/>
                </a:ext>
              </a:extLst>
            </p:cNvPr>
            <p:cNvSpPr/>
            <p:nvPr/>
          </p:nvSpPr>
          <p:spPr>
            <a:xfrm>
              <a:off x="7217208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00B050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B1CBF00C-EA60-CA6D-D1FC-DBBEF461AFAA}"/>
                </a:ext>
              </a:extLst>
            </p:cNvPr>
            <p:cNvSpPr/>
            <p:nvPr/>
          </p:nvSpPr>
          <p:spPr>
            <a:xfrm>
              <a:off x="7699178" y="4029587"/>
              <a:ext cx="438153" cy="415653"/>
            </a:xfrm>
            <a:custGeom>
              <a:avLst/>
              <a:gdLst>
                <a:gd name="connsiteX0" fmla="*/ 0 w 760060"/>
                <a:gd name="connsiteY0" fmla="*/ 676454 h 697873"/>
                <a:gd name="connsiteX1" fmla="*/ 231473 w 760060"/>
                <a:gd name="connsiteY1" fmla="*/ 22802 h 697873"/>
                <a:gd name="connsiteX2" fmla="*/ 241147 w 760060"/>
                <a:gd name="connsiteY2" fmla="*/ 0 h 697873"/>
                <a:gd name="connsiteX3" fmla="*/ 382103 w 760060"/>
                <a:gd name="connsiteY3" fmla="*/ 0 h 697873"/>
                <a:gd name="connsiteX4" fmla="*/ 523059 w 760060"/>
                <a:gd name="connsiteY4" fmla="*/ 0 h 697873"/>
                <a:gd name="connsiteX5" fmla="*/ 641905 w 760060"/>
                <a:gd name="connsiteY5" fmla="*/ 326826 h 697873"/>
                <a:gd name="connsiteX6" fmla="*/ 760060 w 760060"/>
                <a:gd name="connsiteY6" fmla="*/ 675763 h 697873"/>
                <a:gd name="connsiteX7" fmla="*/ 760060 w 760060"/>
                <a:gd name="connsiteY7" fmla="*/ 697873 h 697873"/>
                <a:gd name="connsiteX8" fmla="*/ 629468 w 760060"/>
                <a:gd name="connsiteY8" fmla="*/ 697873 h 697873"/>
                <a:gd name="connsiteX9" fmla="*/ 498875 w 760060"/>
                <a:gd name="connsiteY9" fmla="*/ 697873 h 697873"/>
                <a:gd name="connsiteX10" fmla="*/ 485748 w 760060"/>
                <a:gd name="connsiteY10" fmla="*/ 655034 h 697873"/>
                <a:gd name="connsiteX11" fmla="*/ 472619 w 760060"/>
                <a:gd name="connsiteY11" fmla="*/ 611503 h 697873"/>
                <a:gd name="connsiteX12" fmla="*/ 376575 w 760060"/>
                <a:gd name="connsiteY12" fmla="*/ 611503 h 697873"/>
                <a:gd name="connsiteX13" fmla="*/ 280531 w 760060"/>
                <a:gd name="connsiteY13" fmla="*/ 611503 h 697873"/>
                <a:gd name="connsiteX14" fmla="*/ 268094 w 760060"/>
                <a:gd name="connsiteY14" fmla="*/ 655034 h 697873"/>
                <a:gd name="connsiteX15" fmla="*/ 254966 w 760060"/>
                <a:gd name="connsiteY15" fmla="*/ 697873 h 697873"/>
                <a:gd name="connsiteX16" fmla="*/ 127828 w 760060"/>
                <a:gd name="connsiteY16" fmla="*/ 697873 h 697873"/>
                <a:gd name="connsiteX17" fmla="*/ 0 w 760060"/>
                <a:gd name="connsiteY17" fmla="*/ 697873 h 697873"/>
                <a:gd name="connsiteX18" fmla="*/ 0 w 760060"/>
                <a:gd name="connsiteY18" fmla="*/ 676454 h 697873"/>
                <a:gd name="connsiteX19" fmla="*/ 413887 w 760060"/>
                <a:gd name="connsiteY19" fmla="*/ 409742 h 697873"/>
                <a:gd name="connsiteX20" fmla="*/ 395231 w 760060"/>
                <a:gd name="connsiteY20" fmla="*/ 346863 h 697873"/>
                <a:gd name="connsiteX21" fmla="*/ 376575 w 760060"/>
                <a:gd name="connsiteY21" fmla="*/ 289514 h 697873"/>
                <a:gd name="connsiteX22" fmla="*/ 358610 w 760060"/>
                <a:gd name="connsiteY22" fmla="*/ 351701 h 697873"/>
                <a:gd name="connsiteX23" fmla="*/ 339954 w 760060"/>
                <a:gd name="connsiteY23" fmla="*/ 414578 h 697873"/>
                <a:gd name="connsiteX24" fmla="*/ 377266 w 760060"/>
                <a:gd name="connsiteY24" fmla="*/ 414578 h 697873"/>
                <a:gd name="connsiteX25" fmla="*/ 413887 w 760060"/>
                <a:gd name="connsiteY25" fmla="*/ 409742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0060" h="697873">
                  <a:moveTo>
                    <a:pt x="0" y="676454"/>
                  </a:moveTo>
                  <a:cubicBezTo>
                    <a:pt x="0" y="659870"/>
                    <a:pt x="192088" y="118846"/>
                    <a:pt x="231473" y="22802"/>
                  </a:cubicBezTo>
                  <a:lnTo>
                    <a:pt x="241147" y="0"/>
                  </a:lnTo>
                  <a:lnTo>
                    <a:pt x="382103" y="0"/>
                  </a:lnTo>
                  <a:lnTo>
                    <a:pt x="523059" y="0"/>
                  </a:lnTo>
                  <a:lnTo>
                    <a:pt x="641905" y="326826"/>
                  </a:lnTo>
                  <a:cubicBezTo>
                    <a:pt x="706856" y="505785"/>
                    <a:pt x="760060" y="663325"/>
                    <a:pt x="760060" y="675763"/>
                  </a:cubicBezTo>
                  <a:lnTo>
                    <a:pt x="760060" y="697873"/>
                  </a:lnTo>
                  <a:lnTo>
                    <a:pt x="629468" y="697873"/>
                  </a:lnTo>
                  <a:lnTo>
                    <a:pt x="498875" y="697873"/>
                  </a:lnTo>
                  <a:lnTo>
                    <a:pt x="485748" y="655034"/>
                  </a:lnTo>
                  <a:lnTo>
                    <a:pt x="472619" y="611503"/>
                  </a:lnTo>
                  <a:lnTo>
                    <a:pt x="376575" y="611503"/>
                  </a:lnTo>
                  <a:lnTo>
                    <a:pt x="280531" y="611503"/>
                  </a:lnTo>
                  <a:lnTo>
                    <a:pt x="268094" y="655034"/>
                  </a:lnTo>
                  <a:lnTo>
                    <a:pt x="254966" y="697873"/>
                  </a:lnTo>
                  <a:lnTo>
                    <a:pt x="127828" y="697873"/>
                  </a:lnTo>
                  <a:lnTo>
                    <a:pt x="0" y="697873"/>
                  </a:lnTo>
                  <a:lnTo>
                    <a:pt x="0" y="676454"/>
                  </a:lnTo>
                  <a:close/>
                  <a:moveTo>
                    <a:pt x="413887" y="409742"/>
                  </a:moveTo>
                  <a:cubicBezTo>
                    <a:pt x="413887" y="406287"/>
                    <a:pt x="404905" y="378648"/>
                    <a:pt x="395231" y="346863"/>
                  </a:cubicBezTo>
                  <a:lnTo>
                    <a:pt x="376575" y="289514"/>
                  </a:lnTo>
                  <a:lnTo>
                    <a:pt x="358610" y="351701"/>
                  </a:lnTo>
                  <a:lnTo>
                    <a:pt x="339954" y="414578"/>
                  </a:lnTo>
                  <a:lnTo>
                    <a:pt x="377266" y="414578"/>
                  </a:lnTo>
                  <a:cubicBezTo>
                    <a:pt x="397995" y="414578"/>
                    <a:pt x="414578" y="412505"/>
                    <a:pt x="413887" y="409742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00B050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E081316D-9D7E-4BD3-9DD0-E55AFF6762F5}"/>
                </a:ext>
              </a:extLst>
            </p:cNvPr>
            <p:cNvSpPr/>
            <p:nvPr/>
          </p:nvSpPr>
          <p:spPr>
            <a:xfrm>
              <a:off x="5351074" y="1540301"/>
              <a:ext cx="1671086" cy="2057171"/>
            </a:xfrm>
            <a:custGeom>
              <a:avLst/>
              <a:gdLst>
                <a:gd name="connsiteX0" fmla="*/ 801518 w 2898816"/>
                <a:gd name="connsiteY0" fmla="*/ 3447047 h 3453956"/>
                <a:gd name="connsiteX1" fmla="*/ 398686 w 2898816"/>
                <a:gd name="connsiteY1" fmla="*/ 3440137 h 3453956"/>
                <a:gd name="connsiteX2" fmla="*/ 0 w 2898816"/>
                <a:gd name="connsiteY2" fmla="*/ 3440137 h 3453956"/>
                <a:gd name="connsiteX3" fmla="*/ 0 w 2898816"/>
                <a:gd name="connsiteY3" fmla="*/ 1721019 h 3453956"/>
                <a:gd name="connsiteX4" fmla="*/ 0 w 2898816"/>
                <a:gd name="connsiteY4" fmla="*/ 2592 h 3453956"/>
                <a:gd name="connsiteX5" fmla="*/ 856795 w 2898816"/>
                <a:gd name="connsiteY5" fmla="*/ 520 h 3453956"/>
                <a:gd name="connsiteX6" fmla="*/ 1996194 w 2898816"/>
                <a:gd name="connsiteY6" fmla="*/ 23321 h 3453956"/>
                <a:gd name="connsiteX7" fmla="*/ 2698213 w 2898816"/>
                <a:gd name="connsiteY7" fmla="*/ 483503 h 3453956"/>
                <a:gd name="connsiteX8" fmla="*/ 2888228 w 2898816"/>
                <a:gd name="connsiteY8" fmla="*/ 970632 h 3453956"/>
                <a:gd name="connsiteX9" fmla="*/ 2885464 w 2898816"/>
                <a:gd name="connsiteY9" fmla="*/ 1415613 h 3453956"/>
                <a:gd name="connsiteX10" fmla="*/ 2508198 w 2898816"/>
                <a:gd name="connsiteY10" fmla="*/ 2096903 h 3453956"/>
                <a:gd name="connsiteX11" fmla="*/ 1982375 w 2898816"/>
                <a:gd name="connsiteY11" fmla="*/ 2320776 h 3453956"/>
                <a:gd name="connsiteX12" fmla="*/ 1372254 w 2898816"/>
                <a:gd name="connsiteY12" fmla="*/ 2338741 h 3453956"/>
                <a:gd name="connsiteX13" fmla="*/ 1350834 w 2898816"/>
                <a:gd name="connsiteY13" fmla="*/ 2168764 h 3453956"/>
                <a:gd name="connsiteX14" fmla="*/ 1350834 w 2898816"/>
                <a:gd name="connsiteY14" fmla="*/ 2023661 h 3453956"/>
                <a:gd name="connsiteX15" fmla="*/ 1357053 w 2898816"/>
                <a:gd name="connsiteY15" fmla="*/ 1941436 h 3453956"/>
                <a:gd name="connsiteX16" fmla="*/ 1617546 w 2898816"/>
                <a:gd name="connsiteY16" fmla="*/ 1935909 h 3453956"/>
                <a:gd name="connsiteX17" fmla="*/ 1865602 w 2898816"/>
                <a:gd name="connsiteY17" fmla="*/ 1936600 h 3453956"/>
                <a:gd name="connsiteX18" fmla="*/ 1927789 w 2898816"/>
                <a:gd name="connsiteY18" fmla="*/ 1917944 h 3453956"/>
                <a:gd name="connsiteX19" fmla="*/ 2385207 w 2898816"/>
                <a:gd name="connsiteY19" fmla="*/ 1567625 h 3453956"/>
                <a:gd name="connsiteX20" fmla="*/ 2484015 w 2898816"/>
                <a:gd name="connsiteY20" fmla="*/ 1168248 h 3453956"/>
                <a:gd name="connsiteX21" fmla="*/ 2449467 w 2898816"/>
                <a:gd name="connsiteY21" fmla="*/ 927102 h 3453956"/>
                <a:gd name="connsiteX22" fmla="*/ 2343058 w 2898816"/>
                <a:gd name="connsiteY22" fmla="*/ 719122 h 3453956"/>
                <a:gd name="connsiteX23" fmla="*/ 1918806 w 2898816"/>
                <a:gd name="connsiteY23" fmla="*/ 450337 h 3453956"/>
                <a:gd name="connsiteX24" fmla="*/ 1844873 w 2898816"/>
                <a:gd name="connsiteY24" fmla="*/ 432372 h 3453956"/>
                <a:gd name="connsiteX25" fmla="*/ 1143545 w 2898816"/>
                <a:gd name="connsiteY25" fmla="*/ 434445 h 3453956"/>
                <a:gd name="connsiteX26" fmla="*/ 437380 w 2898816"/>
                <a:gd name="connsiteY26" fmla="*/ 439282 h 3453956"/>
                <a:gd name="connsiteX27" fmla="*/ 438071 w 2898816"/>
                <a:gd name="connsiteY27" fmla="*/ 2934352 h 3453956"/>
                <a:gd name="connsiteX28" fmla="*/ 438762 w 2898816"/>
                <a:gd name="connsiteY28" fmla="*/ 3046288 h 3453956"/>
                <a:gd name="connsiteX29" fmla="*/ 565208 w 2898816"/>
                <a:gd name="connsiteY29" fmla="*/ 3046288 h 3453956"/>
                <a:gd name="connsiteX30" fmla="*/ 690964 w 2898816"/>
                <a:gd name="connsiteY30" fmla="*/ 3046288 h 3453956"/>
                <a:gd name="connsiteX31" fmla="*/ 689582 w 2898816"/>
                <a:gd name="connsiteY31" fmla="*/ 2971664 h 3453956"/>
                <a:gd name="connsiteX32" fmla="*/ 683363 w 2898816"/>
                <a:gd name="connsiteY32" fmla="*/ 748142 h 3453956"/>
                <a:gd name="connsiteX33" fmla="*/ 782862 w 2898816"/>
                <a:gd name="connsiteY33" fmla="*/ 752979 h 3453956"/>
                <a:gd name="connsiteX34" fmla="*/ 925891 w 2898816"/>
                <a:gd name="connsiteY34" fmla="*/ 829676 h 3453956"/>
                <a:gd name="connsiteX35" fmla="*/ 1050265 w 2898816"/>
                <a:gd name="connsiteY35" fmla="*/ 897390 h 3453956"/>
                <a:gd name="connsiteX36" fmla="*/ 1216096 w 2898816"/>
                <a:gd name="connsiteY36" fmla="*/ 983761 h 3453956"/>
                <a:gd name="connsiteX37" fmla="*/ 1422003 w 2898816"/>
                <a:gd name="connsiteY37" fmla="*/ 1091551 h 3453956"/>
                <a:gd name="connsiteX38" fmla="*/ 1487645 w 2898816"/>
                <a:gd name="connsiteY38" fmla="*/ 1125409 h 3453956"/>
                <a:gd name="connsiteX39" fmla="*/ 1518738 w 2898816"/>
                <a:gd name="connsiteY39" fmla="*/ 1142683 h 3453956"/>
                <a:gd name="connsiteX40" fmla="*/ 1544304 w 2898816"/>
                <a:gd name="connsiteY40" fmla="*/ 1188977 h 3453956"/>
                <a:gd name="connsiteX41" fmla="*/ 1544304 w 2898816"/>
                <a:gd name="connsiteY41" fmla="*/ 1217307 h 3453956"/>
                <a:gd name="connsiteX42" fmla="*/ 1466225 w 2898816"/>
                <a:gd name="connsiteY42" fmla="*/ 1213852 h 3453956"/>
                <a:gd name="connsiteX43" fmla="*/ 1288647 w 2898816"/>
                <a:gd name="connsiteY43" fmla="*/ 1170321 h 3453956"/>
                <a:gd name="connsiteX44" fmla="*/ 1149073 w 2898816"/>
                <a:gd name="connsiteY44" fmla="*/ 1110207 h 3453956"/>
                <a:gd name="connsiteX45" fmla="*/ 1108997 w 2898816"/>
                <a:gd name="connsiteY45" fmla="*/ 1090860 h 3453956"/>
                <a:gd name="connsiteX46" fmla="*/ 1108997 w 2898816"/>
                <a:gd name="connsiteY46" fmla="*/ 2265499 h 3453956"/>
                <a:gd name="connsiteX47" fmla="*/ 1108997 w 2898816"/>
                <a:gd name="connsiteY47" fmla="*/ 3440137 h 3453956"/>
                <a:gd name="connsiteX48" fmla="*/ 994988 w 2898816"/>
                <a:gd name="connsiteY48" fmla="*/ 3440137 h 3453956"/>
                <a:gd name="connsiteX49" fmla="*/ 880979 w 2898816"/>
                <a:gd name="connsiteY49" fmla="*/ 3447047 h 3453956"/>
                <a:gd name="connsiteX50" fmla="*/ 843667 w 2898816"/>
                <a:gd name="connsiteY50" fmla="*/ 3453956 h 3453956"/>
                <a:gd name="connsiteX51" fmla="*/ 801518 w 2898816"/>
                <a:gd name="connsiteY51" fmla="*/ 3447047 h 345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898816" h="3453956">
                  <a:moveTo>
                    <a:pt x="801518" y="3447047"/>
                  </a:moveTo>
                  <a:cubicBezTo>
                    <a:pt x="798754" y="3442901"/>
                    <a:pt x="657106" y="3440137"/>
                    <a:pt x="398686" y="3440137"/>
                  </a:cubicBezTo>
                  <a:lnTo>
                    <a:pt x="0" y="3440137"/>
                  </a:lnTo>
                  <a:lnTo>
                    <a:pt x="0" y="1721019"/>
                  </a:lnTo>
                  <a:lnTo>
                    <a:pt x="0" y="2592"/>
                  </a:lnTo>
                  <a:lnTo>
                    <a:pt x="856795" y="520"/>
                  </a:lnTo>
                  <a:cubicBezTo>
                    <a:pt x="1719809" y="-1553"/>
                    <a:pt x="1884949" y="1901"/>
                    <a:pt x="1996194" y="23321"/>
                  </a:cubicBezTo>
                  <a:cubicBezTo>
                    <a:pt x="2294000" y="80671"/>
                    <a:pt x="2533764" y="238211"/>
                    <a:pt x="2698213" y="483503"/>
                  </a:cubicBezTo>
                  <a:cubicBezTo>
                    <a:pt x="2803931" y="641734"/>
                    <a:pt x="2863354" y="794437"/>
                    <a:pt x="2888228" y="970632"/>
                  </a:cubicBezTo>
                  <a:cubicBezTo>
                    <a:pt x="2903430" y="1079805"/>
                    <a:pt x="2902048" y="1313351"/>
                    <a:pt x="2885464" y="1415613"/>
                  </a:cubicBezTo>
                  <a:cubicBezTo>
                    <a:pt x="2838479" y="1703745"/>
                    <a:pt x="2718252" y="1920708"/>
                    <a:pt x="2508198" y="2096903"/>
                  </a:cubicBezTo>
                  <a:cubicBezTo>
                    <a:pt x="2354114" y="2226805"/>
                    <a:pt x="2211775" y="2286918"/>
                    <a:pt x="1982375" y="2320776"/>
                  </a:cubicBezTo>
                  <a:cubicBezTo>
                    <a:pt x="1864220" y="2338741"/>
                    <a:pt x="1400584" y="2351869"/>
                    <a:pt x="1372254" y="2338741"/>
                  </a:cubicBezTo>
                  <a:cubicBezTo>
                    <a:pt x="1346689" y="2326995"/>
                    <a:pt x="1343925" y="2302120"/>
                    <a:pt x="1350834" y="2168764"/>
                  </a:cubicBezTo>
                  <a:cubicBezTo>
                    <a:pt x="1355671" y="2087921"/>
                    <a:pt x="1355671" y="2040245"/>
                    <a:pt x="1350834" y="2023661"/>
                  </a:cubicBezTo>
                  <a:cubicBezTo>
                    <a:pt x="1339779" y="1984276"/>
                    <a:pt x="1341852" y="1949037"/>
                    <a:pt x="1357053" y="1941436"/>
                  </a:cubicBezTo>
                  <a:cubicBezTo>
                    <a:pt x="1364653" y="1936600"/>
                    <a:pt x="1463461" y="1934527"/>
                    <a:pt x="1617546" y="1935909"/>
                  </a:cubicBezTo>
                  <a:lnTo>
                    <a:pt x="1865602" y="1936600"/>
                  </a:lnTo>
                  <a:lnTo>
                    <a:pt x="1927789" y="1917944"/>
                  </a:lnTo>
                  <a:cubicBezTo>
                    <a:pt x="2127478" y="1855757"/>
                    <a:pt x="2281562" y="1738293"/>
                    <a:pt x="2385207" y="1567625"/>
                  </a:cubicBezTo>
                  <a:cubicBezTo>
                    <a:pt x="2450849" y="1459835"/>
                    <a:pt x="2484015" y="1327170"/>
                    <a:pt x="2484015" y="1168248"/>
                  </a:cubicBezTo>
                  <a:cubicBezTo>
                    <a:pt x="2484015" y="1065295"/>
                    <a:pt x="2473650" y="993435"/>
                    <a:pt x="2449467" y="927102"/>
                  </a:cubicBezTo>
                  <a:cubicBezTo>
                    <a:pt x="2428047" y="869752"/>
                    <a:pt x="2378297" y="771635"/>
                    <a:pt x="2343058" y="719122"/>
                  </a:cubicBezTo>
                  <a:cubicBezTo>
                    <a:pt x="2261524" y="596130"/>
                    <a:pt x="2100530" y="494559"/>
                    <a:pt x="1918806" y="450337"/>
                  </a:cubicBezTo>
                  <a:lnTo>
                    <a:pt x="1844873" y="432372"/>
                  </a:lnTo>
                  <a:lnTo>
                    <a:pt x="1143545" y="434445"/>
                  </a:lnTo>
                  <a:cubicBezTo>
                    <a:pt x="757987" y="435136"/>
                    <a:pt x="440144" y="437209"/>
                    <a:pt x="437380" y="439282"/>
                  </a:cubicBezTo>
                  <a:cubicBezTo>
                    <a:pt x="433234" y="441354"/>
                    <a:pt x="433925" y="2165309"/>
                    <a:pt x="438071" y="2934352"/>
                  </a:cubicBezTo>
                  <a:lnTo>
                    <a:pt x="438762" y="3046288"/>
                  </a:lnTo>
                  <a:lnTo>
                    <a:pt x="565208" y="3046288"/>
                  </a:lnTo>
                  <a:lnTo>
                    <a:pt x="690964" y="3046288"/>
                  </a:lnTo>
                  <a:lnTo>
                    <a:pt x="689582" y="2971664"/>
                  </a:lnTo>
                  <a:cubicBezTo>
                    <a:pt x="685436" y="2684223"/>
                    <a:pt x="680599" y="761271"/>
                    <a:pt x="683363" y="748142"/>
                  </a:cubicBezTo>
                  <a:cubicBezTo>
                    <a:pt x="689582" y="723268"/>
                    <a:pt x="731731" y="725341"/>
                    <a:pt x="782862" y="752979"/>
                  </a:cubicBezTo>
                  <a:cubicBezTo>
                    <a:pt x="804282" y="764725"/>
                    <a:pt x="869232" y="799274"/>
                    <a:pt x="925891" y="829676"/>
                  </a:cubicBezTo>
                  <a:cubicBezTo>
                    <a:pt x="983241" y="860078"/>
                    <a:pt x="1039210" y="890481"/>
                    <a:pt x="1050265" y="897390"/>
                  </a:cubicBezTo>
                  <a:cubicBezTo>
                    <a:pt x="1062011" y="903609"/>
                    <a:pt x="1136635" y="942994"/>
                    <a:pt x="1216096" y="983761"/>
                  </a:cubicBezTo>
                  <a:cubicBezTo>
                    <a:pt x="1296248" y="1024528"/>
                    <a:pt x="1388146" y="1073586"/>
                    <a:pt x="1422003" y="1091551"/>
                  </a:cubicBezTo>
                  <a:cubicBezTo>
                    <a:pt x="1455169" y="1110207"/>
                    <a:pt x="1484190" y="1125409"/>
                    <a:pt x="1487645" y="1125409"/>
                  </a:cubicBezTo>
                  <a:cubicBezTo>
                    <a:pt x="1490409" y="1125409"/>
                    <a:pt x="1504228" y="1133009"/>
                    <a:pt x="1518738" y="1142683"/>
                  </a:cubicBezTo>
                  <a:cubicBezTo>
                    <a:pt x="1541540" y="1158575"/>
                    <a:pt x="1544304" y="1164102"/>
                    <a:pt x="1544304" y="1188977"/>
                  </a:cubicBezTo>
                  <a:lnTo>
                    <a:pt x="1544304" y="1217307"/>
                  </a:lnTo>
                  <a:lnTo>
                    <a:pt x="1466225" y="1213852"/>
                  </a:lnTo>
                  <a:cubicBezTo>
                    <a:pt x="1390910" y="1210397"/>
                    <a:pt x="1384692" y="1209015"/>
                    <a:pt x="1288647" y="1170321"/>
                  </a:cubicBezTo>
                  <a:cubicBezTo>
                    <a:pt x="1233370" y="1148210"/>
                    <a:pt x="1170493" y="1121263"/>
                    <a:pt x="1149073" y="1110207"/>
                  </a:cubicBezTo>
                  <a:lnTo>
                    <a:pt x="1108997" y="1090860"/>
                  </a:lnTo>
                  <a:lnTo>
                    <a:pt x="1108997" y="2265499"/>
                  </a:lnTo>
                  <a:lnTo>
                    <a:pt x="1108997" y="3440137"/>
                  </a:lnTo>
                  <a:lnTo>
                    <a:pt x="994988" y="3440137"/>
                  </a:lnTo>
                  <a:cubicBezTo>
                    <a:pt x="923819" y="3440137"/>
                    <a:pt x="880979" y="3442901"/>
                    <a:pt x="880979" y="3447047"/>
                  </a:cubicBezTo>
                  <a:cubicBezTo>
                    <a:pt x="880979" y="3451192"/>
                    <a:pt x="864395" y="3453956"/>
                    <a:pt x="843667" y="3453956"/>
                  </a:cubicBezTo>
                  <a:cubicBezTo>
                    <a:pt x="822938" y="3453956"/>
                    <a:pt x="803591" y="3451192"/>
                    <a:pt x="801518" y="3447047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690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E6E6E6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43E2DCF0-CA68-2845-622B-3052C324F376}"/>
                </a:ext>
              </a:extLst>
            </p:cNvPr>
            <p:cNvSpPr/>
            <p:nvPr/>
          </p:nvSpPr>
          <p:spPr>
            <a:xfrm>
              <a:off x="3484334" y="817334"/>
              <a:ext cx="5223331" cy="5223331"/>
            </a:xfrm>
            <a:prstGeom prst="ellipse">
              <a:avLst/>
            </a:pr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xmlns="" id="{EE05B515-F720-1219-53B7-2B1DBF4B4DF8}"/>
                </a:ext>
              </a:extLst>
            </p:cNvPr>
            <p:cNvSpPr txBox="1"/>
            <p:nvPr/>
          </p:nvSpPr>
          <p:spPr>
            <a:xfrm>
              <a:off x="4273616" y="4477838"/>
              <a:ext cx="3644637" cy="5493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8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</a:rPr>
                <a:t>NURSERY</a:t>
              </a:r>
              <a:endParaRPr lang="en-IN" sz="4800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5277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6EAA2D-67A7-67BF-E994-5442952C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B8E1DB2E-CA0E-23F4-0122-930F5BEA2F35}"/>
              </a:ext>
            </a:extLst>
          </p:cNvPr>
          <p:cNvGrpSpPr>
            <a:grpSpLocks noChangeAspect="1"/>
          </p:cNvGrpSpPr>
          <p:nvPr/>
        </p:nvGrpSpPr>
        <p:grpSpPr>
          <a:xfrm>
            <a:off x="5049361" y="1448884"/>
            <a:ext cx="7901940" cy="7901994"/>
            <a:chOff x="3484334" y="817334"/>
            <a:chExt cx="5223331" cy="522333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AF6EF699-80F6-DDAE-D4EC-42F3AA7CC69A}"/>
                </a:ext>
              </a:extLst>
            </p:cNvPr>
            <p:cNvSpPr/>
            <p:nvPr/>
          </p:nvSpPr>
          <p:spPr>
            <a:xfrm>
              <a:off x="4054538" y="4030174"/>
              <a:ext cx="357106" cy="415064"/>
            </a:xfrm>
            <a:custGeom>
              <a:avLst/>
              <a:gdLst>
                <a:gd name="connsiteX0" fmla="*/ 1382 w 619467"/>
                <a:gd name="connsiteY0" fmla="*/ 350023 h 696886"/>
                <a:gd name="connsiteX1" fmla="*/ 3455 w 619467"/>
                <a:gd name="connsiteY1" fmla="*/ 2468 h 696886"/>
                <a:gd name="connsiteX2" fmla="*/ 213508 w 619467"/>
                <a:gd name="connsiteY2" fmla="*/ 395 h 696886"/>
                <a:gd name="connsiteX3" fmla="*/ 464328 w 619467"/>
                <a:gd name="connsiteY3" fmla="*/ 9377 h 696886"/>
                <a:gd name="connsiteX4" fmla="*/ 605975 w 619467"/>
                <a:gd name="connsiteY4" fmla="*/ 133751 h 696886"/>
                <a:gd name="connsiteX5" fmla="*/ 603902 w 619467"/>
                <a:gd name="connsiteY5" fmla="*/ 359005 h 696886"/>
                <a:gd name="connsiteX6" fmla="*/ 512004 w 619467"/>
                <a:gd name="connsiteY6" fmla="*/ 460577 h 696886"/>
                <a:gd name="connsiteX7" fmla="*/ 368284 w 619467"/>
                <a:gd name="connsiteY7" fmla="*/ 481306 h 696886"/>
                <a:gd name="connsiteX8" fmla="*/ 255657 w 619467"/>
                <a:gd name="connsiteY8" fmla="*/ 484069 h 696886"/>
                <a:gd name="connsiteX9" fmla="*/ 255657 w 619467"/>
                <a:gd name="connsiteY9" fmla="*/ 590478 h 696886"/>
                <a:gd name="connsiteX10" fmla="*/ 255657 w 619467"/>
                <a:gd name="connsiteY10" fmla="*/ 696886 h 696886"/>
                <a:gd name="connsiteX11" fmla="*/ 127828 w 619467"/>
                <a:gd name="connsiteY11" fmla="*/ 696886 h 696886"/>
                <a:gd name="connsiteX12" fmla="*/ 0 w 619467"/>
                <a:gd name="connsiteY12" fmla="*/ 696886 h 696886"/>
                <a:gd name="connsiteX13" fmla="*/ 1382 w 619467"/>
                <a:gd name="connsiteY13" fmla="*/ 350023 h 696886"/>
                <a:gd name="connsiteX14" fmla="*/ 348937 w 619467"/>
                <a:gd name="connsiteY14" fmla="*/ 271943 h 696886"/>
                <a:gd name="connsiteX15" fmla="*/ 348937 w 619467"/>
                <a:gd name="connsiteY15" fmla="*/ 216666 h 696886"/>
                <a:gd name="connsiteX16" fmla="*/ 293660 w 619467"/>
                <a:gd name="connsiteY16" fmla="*/ 199392 h 696886"/>
                <a:gd name="connsiteX17" fmla="*/ 255657 w 619467"/>
                <a:gd name="connsiteY17" fmla="*/ 199392 h 696886"/>
                <a:gd name="connsiteX18" fmla="*/ 255657 w 619467"/>
                <a:gd name="connsiteY18" fmla="*/ 244305 h 696886"/>
                <a:gd name="connsiteX19" fmla="*/ 255657 w 619467"/>
                <a:gd name="connsiteY19" fmla="*/ 289218 h 696886"/>
                <a:gd name="connsiteX20" fmla="*/ 293660 w 619467"/>
                <a:gd name="connsiteY20" fmla="*/ 289218 h 696886"/>
                <a:gd name="connsiteX21" fmla="*/ 348937 w 619467"/>
                <a:gd name="connsiteY21" fmla="*/ 271943 h 69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9467" h="696886">
                  <a:moveTo>
                    <a:pt x="1382" y="350023"/>
                  </a:moveTo>
                  <a:lnTo>
                    <a:pt x="3455" y="2468"/>
                  </a:lnTo>
                  <a:lnTo>
                    <a:pt x="213508" y="395"/>
                  </a:lnTo>
                  <a:cubicBezTo>
                    <a:pt x="382103" y="-987"/>
                    <a:pt x="431852" y="1086"/>
                    <a:pt x="464328" y="9377"/>
                  </a:cubicBezTo>
                  <a:cubicBezTo>
                    <a:pt x="533424" y="26651"/>
                    <a:pt x="574882" y="63272"/>
                    <a:pt x="605975" y="133751"/>
                  </a:cubicBezTo>
                  <a:cubicBezTo>
                    <a:pt x="624631" y="176591"/>
                    <a:pt x="623940" y="316165"/>
                    <a:pt x="603902" y="359005"/>
                  </a:cubicBezTo>
                  <a:cubicBezTo>
                    <a:pt x="584555" y="400463"/>
                    <a:pt x="551389" y="437775"/>
                    <a:pt x="512004" y="460577"/>
                  </a:cubicBezTo>
                  <a:cubicBezTo>
                    <a:pt x="481602" y="478542"/>
                    <a:pt x="475383" y="479233"/>
                    <a:pt x="368284" y="481306"/>
                  </a:cubicBezTo>
                  <a:lnTo>
                    <a:pt x="255657" y="484069"/>
                  </a:lnTo>
                  <a:lnTo>
                    <a:pt x="255657" y="590478"/>
                  </a:lnTo>
                  <a:lnTo>
                    <a:pt x="255657" y="696886"/>
                  </a:lnTo>
                  <a:lnTo>
                    <a:pt x="127828" y="696886"/>
                  </a:lnTo>
                  <a:lnTo>
                    <a:pt x="0" y="696886"/>
                  </a:lnTo>
                  <a:lnTo>
                    <a:pt x="1382" y="350023"/>
                  </a:lnTo>
                  <a:close/>
                  <a:moveTo>
                    <a:pt x="348937" y="271943"/>
                  </a:moveTo>
                  <a:cubicBezTo>
                    <a:pt x="370357" y="250524"/>
                    <a:pt x="370357" y="238086"/>
                    <a:pt x="348937" y="216666"/>
                  </a:cubicBezTo>
                  <a:cubicBezTo>
                    <a:pt x="335117" y="202156"/>
                    <a:pt x="325444" y="199392"/>
                    <a:pt x="293660" y="199392"/>
                  </a:cubicBezTo>
                  <a:lnTo>
                    <a:pt x="255657" y="199392"/>
                  </a:lnTo>
                  <a:lnTo>
                    <a:pt x="255657" y="244305"/>
                  </a:lnTo>
                  <a:lnTo>
                    <a:pt x="255657" y="289218"/>
                  </a:lnTo>
                  <a:lnTo>
                    <a:pt x="293660" y="289218"/>
                  </a:lnTo>
                  <a:cubicBezTo>
                    <a:pt x="325444" y="289218"/>
                    <a:pt x="335117" y="286454"/>
                    <a:pt x="348937" y="271943"/>
                  </a:cubicBez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6699FF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8E6A8C4B-2D38-0888-6530-802D047154C8}"/>
                </a:ext>
              </a:extLst>
            </p:cNvPr>
            <p:cNvSpPr/>
            <p:nvPr/>
          </p:nvSpPr>
          <p:spPr>
            <a:xfrm>
              <a:off x="4512609" y="4028764"/>
              <a:ext cx="390354" cy="416476"/>
            </a:xfrm>
            <a:custGeom>
              <a:avLst/>
              <a:gdLst>
                <a:gd name="connsiteX0" fmla="*/ 0 w 677144"/>
                <a:gd name="connsiteY0" fmla="*/ 349628 h 699255"/>
                <a:gd name="connsiteX1" fmla="*/ 0 w 677144"/>
                <a:gd name="connsiteY1" fmla="*/ 0 h 699255"/>
                <a:gd name="connsiteX2" fmla="*/ 250820 w 677144"/>
                <a:gd name="connsiteY2" fmla="*/ 2764 h 699255"/>
                <a:gd name="connsiteX3" fmla="*/ 596302 w 677144"/>
                <a:gd name="connsiteY3" fmla="*/ 56659 h 699255"/>
                <a:gd name="connsiteX4" fmla="*/ 661943 w 677144"/>
                <a:gd name="connsiteY4" fmla="*/ 201761 h 699255"/>
                <a:gd name="connsiteX5" fmla="*/ 581101 w 677144"/>
                <a:gd name="connsiteY5" fmla="*/ 400759 h 699255"/>
                <a:gd name="connsiteX6" fmla="*/ 554153 w 677144"/>
                <a:gd name="connsiteY6" fmla="*/ 420106 h 699255"/>
                <a:gd name="connsiteX7" fmla="*/ 615649 w 677144"/>
                <a:gd name="connsiteY7" fmla="*/ 534115 h 699255"/>
                <a:gd name="connsiteX8" fmla="*/ 677144 w 677144"/>
                <a:gd name="connsiteY8" fmla="*/ 673690 h 699255"/>
                <a:gd name="connsiteX9" fmla="*/ 677144 w 677144"/>
                <a:gd name="connsiteY9" fmla="*/ 699255 h 699255"/>
                <a:gd name="connsiteX10" fmla="*/ 540334 w 677144"/>
                <a:gd name="connsiteY10" fmla="*/ 699255 h 699255"/>
                <a:gd name="connsiteX11" fmla="*/ 402832 w 677144"/>
                <a:gd name="connsiteY11" fmla="*/ 699255 h 699255"/>
                <a:gd name="connsiteX12" fmla="*/ 345482 w 677144"/>
                <a:gd name="connsiteY12" fmla="*/ 578337 h 699255"/>
                <a:gd name="connsiteX13" fmla="*/ 270167 w 677144"/>
                <a:gd name="connsiteY13" fmla="*/ 458800 h 699255"/>
                <a:gd name="connsiteX14" fmla="*/ 252202 w 677144"/>
                <a:gd name="connsiteY14" fmla="*/ 460873 h 699255"/>
                <a:gd name="connsiteX15" fmla="*/ 250129 w 677144"/>
                <a:gd name="connsiteY15" fmla="*/ 580410 h 699255"/>
                <a:gd name="connsiteX16" fmla="*/ 248747 w 677144"/>
                <a:gd name="connsiteY16" fmla="*/ 699255 h 699255"/>
                <a:gd name="connsiteX17" fmla="*/ 124373 w 677144"/>
                <a:gd name="connsiteY17" fmla="*/ 699255 h 699255"/>
                <a:gd name="connsiteX18" fmla="*/ 0 w 677144"/>
                <a:gd name="connsiteY18" fmla="*/ 699255 h 699255"/>
                <a:gd name="connsiteX19" fmla="*/ 0 w 677144"/>
                <a:gd name="connsiteY19" fmla="*/ 349628 h 699255"/>
                <a:gd name="connsiteX20" fmla="*/ 386940 w 677144"/>
                <a:gd name="connsiteY20" fmla="*/ 257039 h 699255"/>
                <a:gd name="connsiteX21" fmla="*/ 385558 w 677144"/>
                <a:gd name="connsiteY21" fmla="*/ 208671 h 699255"/>
                <a:gd name="connsiteX22" fmla="*/ 309552 w 677144"/>
                <a:gd name="connsiteY22" fmla="*/ 194852 h 699255"/>
                <a:gd name="connsiteX23" fmla="*/ 248747 w 677144"/>
                <a:gd name="connsiteY23" fmla="*/ 194852 h 699255"/>
                <a:gd name="connsiteX24" fmla="*/ 248747 w 677144"/>
                <a:gd name="connsiteY24" fmla="*/ 232855 h 699255"/>
                <a:gd name="connsiteX25" fmla="*/ 248747 w 677144"/>
                <a:gd name="connsiteY25" fmla="*/ 270858 h 699255"/>
                <a:gd name="connsiteX26" fmla="*/ 310934 w 677144"/>
                <a:gd name="connsiteY26" fmla="*/ 270858 h 699255"/>
                <a:gd name="connsiteX27" fmla="*/ 386940 w 677144"/>
                <a:gd name="connsiteY27" fmla="*/ 257039 h 6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7144" h="699255">
                  <a:moveTo>
                    <a:pt x="0" y="349628"/>
                  </a:moveTo>
                  <a:lnTo>
                    <a:pt x="0" y="0"/>
                  </a:lnTo>
                  <a:lnTo>
                    <a:pt x="250820" y="2764"/>
                  </a:lnTo>
                  <a:cubicBezTo>
                    <a:pt x="532042" y="6219"/>
                    <a:pt x="539643" y="7601"/>
                    <a:pt x="596302" y="56659"/>
                  </a:cubicBezTo>
                  <a:cubicBezTo>
                    <a:pt x="634305" y="90517"/>
                    <a:pt x="657107" y="141648"/>
                    <a:pt x="661943" y="201761"/>
                  </a:cubicBezTo>
                  <a:cubicBezTo>
                    <a:pt x="668162" y="290896"/>
                    <a:pt x="641214" y="357228"/>
                    <a:pt x="581101" y="400759"/>
                  </a:cubicBezTo>
                  <a:lnTo>
                    <a:pt x="554153" y="420106"/>
                  </a:lnTo>
                  <a:lnTo>
                    <a:pt x="615649" y="534115"/>
                  </a:lnTo>
                  <a:cubicBezTo>
                    <a:pt x="660561" y="617721"/>
                    <a:pt x="676453" y="654343"/>
                    <a:pt x="677144" y="673690"/>
                  </a:cubicBezTo>
                  <a:lnTo>
                    <a:pt x="677144" y="699255"/>
                  </a:lnTo>
                  <a:lnTo>
                    <a:pt x="540334" y="699255"/>
                  </a:lnTo>
                  <a:lnTo>
                    <a:pt x="402832" y="699255"/>
                  </a:lnTo>
                  <a:lnTo>
                    <a:pt x="345482" y="578337"/>
                  </a:lnTo>
                  <a:cubicBezTo>
                    <a:pt x="290896" y="464328"/>
                    <a:pt x="286750" y="456727"/>
                    <a:pt x="270167" y="458800"/>
                  </a:cubicBezTo>
                  <a:lnTo>
                    <a:pt x="252202" y="460873"/>
                  </a:lnTo>
                  <a:lnTo>
                    <a:pt x="250129" y="580410"/>
                  </a:lnTo>
                  <a:lnTo>
                    <a:pt x="248747" y="699255"/>
                  </a:lnTo>
                  <a:lnTo>
                    <a:pt x="124373" y="699255"/>
                  </a:lnTo>
                  <a:lnTo>
                    <a:pt x="0" y="699255"/>
                  </a:lnTo>
                  <a:lnTo>
                    <a:pt x="0" y="349628"/>
                  </a:lnTo>
                  <a:close/>
                  <a:moveTo>
                    <a:pt x="386940" y="257039"/>
                  </a:moveTo>
                  <a:cubicBezTo>
                    <a:pt x="404905" y="239074"/>
                    <a:pt x="404214" y="226636"/>
                    <a:pt x="385558" y="208671"/>
                  </a:cubicBezTo>
                  <a:cubicBezTo>
                    <a:pt x="373120" y="196925"/>
                    <a:pt x="361374" y="194852"/>
                    <a:pt x="309552" y="194852"/>
                  </a:cubicBezTo>
                  <a:lnTo>
                    <a:pt x="248747" y="194852"/>
                  </a:lnTo>
                  <a:lnTo>
                    <a:pt x="248747" y="232855"/>
                  </a:lnTo>
                  <a:lnTo>
                    <a:pt x="248747" y="270858"/>
                  </a:lnTo>
                  <a:lnTo>
                    <a:pt x="310934" y="270858"/>
                  </a:lnTo>
                  <a:cubicBezTo>
                    <a:pt x="364138" y="270858"/>
                    <a:pt x="375193" y="268785"/>
                    <a:pt x="386940" y="257039"/>
                  </a:cubicBez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6699FF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BA51DC4D-B477-C958-F191-7167879818E0}"/>
                </a:ext>
              </a:extLst>
            </p:cNvPr>
            <p:cNvSpPr/>
            <p:nvPr/>
          </p:nvSpPr>
          <p:spPr>
            <a:xfrm>
              <a:off x="4966694" y="4029587"/>
              <a:ext cx="438153" cy="415653"/>
            </a:xfrm>
            <a:custGeom>
              <a:avLst/>
              <a:gdLst>
                <a:gd name="connsiteX0" fmla="*/ 0 w 760060"/>
                <a:gd name="connsiteY0" fmla="*/ 671616 h 697873"/>
                <a:gd name="connsiteX1" fmla="*/ 110554 w 760060"/>
                <a:gd name="connsiteY1" fmla="*/ 341336 h 697873"/>
                <a:gd name="connsiteX2" fmla="*/ 228709 w 760060"/>
                <a:gd name="connsiteY2" fmla="*/ 18656 h 697873"/>
                <a:gd name="connsiteX3" fmla="*/ 237000 w 760060"/>
                <a:gd name="connsiteY3" fmla="*/ 0 h 697873"/>
                <a:gd name="connsiteX4" fmla="*/ 378648 w 760060"/>
                <a:gd name="connsiteY4" fmla="*/ 1382 h 697873"/>
                <a:gd name="connsiteX5" fmla="*/ 520296 w 760060"/>
                <a:gd name="connsiteY5" fmla="*/ 3455 h 697873"/>
                <a:gd name="connsiteX6" fmla="*/ 640523 w 760060"/>
                <a:gd name="connsiteY6" fmla="*/ 331663 h 697873"/>
                <a:gd name="connsiteX7" fmla="*/ 760060 w 760060"/>
                <a:gd name="connsiteY7" fmla="*/ 678526 h 697873"/>
                <a:gd name="connsiteX8" fmla="*/ 760060 w 760060"/>
                <a:gd name="connsiteY8" fmla="*/ 697873 h 697873"/>
                <a:gd name="connsiteX9" fmla="*/ 627395 w 760060"/>
                <a:gd name="connsiteY9" fmla="*/ 696492 h 697873"/>
                <a:gd name="connsiteX10" fmla="*/ 494730 w 760060"/>
                <a:gd name="connsiteY10" fmla="*/ 694419 h 697873"/>
                <a:gd name="connsiteX11" fmla="*/ 481602 w 760060"/>
                <a:gd name="connsiteY11" fmla="*/ 651579 h 697873"/>
                <a:gd name="connsiteX12" fmla="*/ 468473 w 760060"/>
                <a:gd name="connsiteY12" fmla="*/ 608048 h 697873"/>
                <a:gd name="connsiteX13" fmla="*/ 373120 w 760060"/>
                <a:gd name="connsiteY13" fmla="*/ 608048 h 697873"/>
                <a:gd name="connsiteX14" fmla="*/ 277768 w 760060"/>
                <a:gd name="connsiteY14" fmla="*/ 608048 h 697873"/>
                <a:gd name="connsiteX15" fmla="*/ 265330 w 760060"/>
                <a:gd name="connsiteY15" fmla="*/ 652961 h 697873"/>
                <a:gd name="connsiteX16" fmla="*/ 252202 w 760060"/>
                <a:gd name="connsiteY16" fmla="*/ 697873 h 697873"/>
                <a:gd name="connsiteX17" fmla="*/ 126446 w 760060"/>
                <a:gd name="connsiteY17" fmla="*/ 697873 h 697873"/>
                <a:gd name="connsiteX18" fmla="*/ 0 w 760060"/>
                <a:gd name="connsiteY18" fmla="*/ 697873 h 697873"/>
                <a:gd name="connsiteX19" fmla="*/ 0 w 760060"/>
                <a:gd name="connsiteY19" fmla="*/ 671616 h 697873"/>
                <a:gd name="connsiteX20" fmla="*/ 407669 w 760060"/>
                <a:gd name="connsiteY20" fmla="*/ 410433 h 697873"/>
                <a:gd name="connsiteX21" fmla="*/ 373120 w 760060"/>
                <a:gd name="connsiteY21" fmla="*/ 301951 h 697873"/>
                <a:gd name="connsiteX22" fmla="*/ 338572 w 760060"/>
                <a:gd name="connsiteY22" fmla="*/ 410433 h 697873"/>
                <a:gd name="connsiteX23" fmla="*/ 373120 w 760060"/>
                <a:gd name="connsiteY23" fmla="*/ 414578 h 697873"/>
                <a:gd name="connsiteX24" fmla="*/ 407669 w 760060"/>
                <a:gd name="connsiteY24" fmla="*/ 410433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0060" h="697873">
                  <a:moveTo>
                    <a:pt x="0" y="671616"/>
                  </a:moveTo>
                  <a:cubicBezTo>
                    <a:pt x="0" y="655034"/>
                    <a:pt x="40076" y="534806"/>
                    <a:pt x="110554" y="341336"/>
                  </a:cubicBezTo>
                  <a:cubicBezTo>
                    <a:pt x="171359" y="174814"/>
                    <a:pt x="224563" y="29711"/>
                    <a:pt x="228709" y="18656"/>
                  </a:cubicBezTo>
                  <a:lnTo>
                    <a:pt x="237000" y="0"/>
                  </a:lnTo>
                  <a:lnTo>
                    <a:pt x="378648" y="1382"/>
                  </a:lnTo>
                  <a:lnTo>
                    <a:pt x="520296" y="3455"/>
                  </a:lnTo>
                  <a:lnTo>
                    <a:pt x="640523" y="331663"/>
                  </a:lnTo>
                  <a:cubicBezTo>
                    <a:pt x="706165" y="512004"/>
                    <a:pt x="760060" y="668162"/>
                    <a:pt x="760060" y="678526"/>
                  </a:cubicBezTo>
                  <a:lnTo>
                    <a:pt x="760060" y="697873"/>
                  </a:lnTo>
                  <a:lnTo>
                    <a:pt x="627395" y="696492"/>
                  </a:lnTo>
                  <a:lnTo>
                    <a:pt x="494730" y="694419"/>
                  </a:lnTo>
                  <a:lnTo>
                    <a:pt x="481602" y="651579"/>
                  </a:lnTo>
                  <a:lnTo>
                    <a:pt x="468473" y="608048"/>
                  </a:lnTo>
                  <a:lnTo>
                    <a:pt x="373120" y="608048"/>
                  </a:lnTo>
                  <a:lnTo>
                    <a:pt x="277768" y="608048"/>
                  </a:lnTo>
                  <a:lnTo>
                    <a:pt x="265330" y="652961"/>
                  </a:lnTo>
                  <a:lnTo>
                    <a:pt x="252202" y="697873"/>
                  </a:lnTo>
                  <a:lnTo>
                    <a:pt x="126446" y="697873"/>
                  </a:lnTo>
                  <a:lnTo>
                    <a:pt x="0" y="697873"/>
                  </a:lnTo>
                  <a:lnTo>
                    <a:pt x="0" y="671616"/>
                  </a:lnTo>
                  <a:close/>
                  <a:moveTo>
                    <a:pt x="407669" y="410433"/>
                  </a:moveTo>
                  <a:cubicBezTo>
                    <a:pt x="407669" y="393849"/>
                    <a:pt x="376575" y="297805"/>
                    <a:pt x="373120" y="301951"/>
                  </a:cubicBezTo>
                  <a:cubicBezTo>
                    <a:pt x="368284" y="306788"/>
                    <a:pt x="338572" y="401450"/>
                    <a:pt x="338572" y="410433"/>
                  </a:cubicBezTo>
                  <a:cubicBezTo>
                    <a:pt x="338572" y="412505"/>
                    <a:pt x="354464" y="414578"/>
                    <a:pt x="373120" y="414578"/>
                  </a:cubicBezTo>
                  <a:cubicBezTo>
                    <a:pt x="392467" y="414578"/>
                    <a:pt x="407669" y="412505"/>
                    <a:pt x="407669" y="410433"/>
                  </a:cubicBez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6699FF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AC91F3FC-BF26-A50F-6FDF-6C1DF6038A3B}"/>
                </a:ext>
              </a:extLst>
            </p:cNvPr>
            <p:cNvSpPr/>
            <p:nvPr/>
          </p:nvSpPr>
          <p:spPr>
            <a:xfrm>
              <a:off x="5456630" y="4029587"/>
              <a:ext cx="394736" cy="415653"/>
            </a:xfrm>
            <a:custGeom>
              <a:avLst/>
              <a:gdLst>
                <a:gd name="connsiteX0" fmla="*/ 214199 w 684744"/>
                <a:gd name="connsiteY0" fmla="*/ 452581 h 697873"/>
                <a:gd name="connsiteX1" fmla="*/ 214199 w 684744"/>
                <a:gd name="connsiteY1" fmla="*/ 207289 h 697873"/>
                <a:gd name="connsiteX2" fmla="*/ 107099 w 684744"/>
                <a:gd name="connsiteY2" fmla="*/ 207289 h 697873"/>
                <a:gd name="connsiteX3" fmla="*/ 0 w 684744"/>
                <a:gd name="connsiteY3" fmla="*/ 207289 h 697873"/>
                <a:gd name="connsiteX4" fmla="*/ 0 w 684744"/>
                <a:gd name="connsiteY4" fmla="*/ 103645 h 697873"/>
                <a:gd name="connsiteX5" fmla="*/ 0 w 684744"/>
                <a:gd name="connsiteY5" fmla="*/ 0 h 697873"/>
                <a:gd name="connsiteX6" fmla="*/ 340645 w 684744"/>
                <a:gd name="connsiteY6" fmla="*/ 1382 h 697873"/>
                <a:gd name="connsiteX7" fmla="*/ 680599 w 684744"/>
                <a:gd name="connsiteY7" fmla="*/ 3455 h 697873"/>
                <a:gd name="connsiteX8" fmla="*/ 682672 w 684744"/>
                <a:gd name="connsiteY8" fmla="*/ 105717 h 697873"/>
                <a:gd name="connsiteX9" fmla="*/ 684745 w 684744"/>
                <a:gd name="connsiteY9" fmla="*/ 207289 h 697873"/>
                <a:gd name="connsiteX10" fmla="*/ 576955 w 684744"/>
                <a:gd name="connsiteY10" fmla="*/ 207289 h 697873"/>
                <a:gd name="connsiteX11" fmla="*/ 469855 w 684744"/>
                <a:gd name="connsiteY11" fmla="*/ 207289 h 697873"/>
                <a:gd name="connsiteX12" fmla="*/ 469855 w 684744"/>
                <a:gd name="connsiteY12" fmla="*/ 452581 h 697873"/>
                <a:gd name="connsiteX13" fmla="*/ 469855 w 684744"/>
                <a:gd name="connsiteY13" fmla="*/ 697873 h 697873"/>
                <a:gd name="connsiteX14" fmla="*/ 342027 w 684744"/>
                <a:gd name="connsiteY14" fmla="*/ 697873 h 697873"/>
                <a:gd name="connsiteX15" fmla="*/ 214199 w 684744"/>
                <a:gd name="connsiteY15" fmla="*/ 697873 h 697873"/>
                <a:gd name="connsiteX16" fmla="*/ 214199 w 684744"/>
                <a:gd name="connsiteY16" fmla="*/ 452581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744" h="697873">
                  <a:moveTo>
                    <a:pt x="214199" y="452581"/>
                  </a:moveTo>
                  <a:lnTo>
                    <a:pt x="214199" y="207289"/>
                  </a:lnTo>
                  <a:lnTo>
                    <a:pt x="107099" y="207289"/>
                  </a:lnTo>
                  <a:lnTo>
                    <a:pt x="0" y="207289"/>
                  </a:lnTo>
                  <a:lnTo>
                    <a:pt x="0" y="103645"/>
                  </a:lnTo>
                  <a:lnTo>
                    <a:pt x="0" y="0"/>
                  </a:lnTo>
                  <a:lnTo>
                    <a:pt x="340645" y="1382"/>
                  </a:lnTo>
                  <a:lnTo>
                    <a:pt x="680599" y="3455"/>
                  </a:lnTo>
                  <a:lnTo>
                    <a:pt x="682672" y="105717"/>
                  </a:lnTo>
                  <a:lnTo>
                    <a:pt x="684745" y="207289"/>
                  </a:lnTo>
                  <a:lnTo>
                    <a:pt x="576955" y="207289"/>
                  </a:lnTo>
                  <a:lnTo>
                    <a:pt x="469855" y="207289"/>
                  </a:lnTo>
                  <a:lnTo>
                    <a:pt x="469855" y="452581"/>
                  </a:lnTo>
                  <a:lnTo>
                    <a:pt x="469855" y="697873"/>
                  </a:lnTo>
                  <a:lnTo>
                    <a:pt x="342027" y="697873"/>
                  </a:lnTo>
                  <a:lnTo>
                    <a:pt x="214199" y="697873"/>
                  </a:lnTo>
                  <a:lnTo>
                    <a:pt x="214199" y="452581"/>
                  </a:ln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6699FF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02FC201E-0ED9-0374-C776-ADA1719903FF}"/>
                </a:ext>
              </a:extLst>
            </p:cNvPr>
            <p:cNvSpPr/>
            <p:nvPr/>
          </p:nvSpPr>
          <p:spPr>
            <a:xfrm>
              <a:off x="5942581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6699FF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AD2D0F8E-563F-3544-2EAD-261FB44927B9}"/>
                </a:ext>
              </a:extLst>
            </p:cNvPr>
            <p:cNvSpPr/>
            <p:nvPr/>
          </p:nvSpPr>
          <p:spPr>
            <a:xfrm>
              <a:off x="6464382" y="4029587"/>
              <a:ext cx="143395" cy="415653"/>
            </a:xfrm>
            <a:custGeom>
              <a:avLst/>
              <a:gdLst>
                <a:gd name="connsiteX0" fmla="*/ 0 w 248746"/>
                <a:gd name="connsiteY0" fmla="*/ 348937 h 697873"/>
                <a:gd name="connsiteX1" fmla="*/ 0 w 248746"/>
                <a:gd name="connsiteY1" fmla="*/ 0 h 697873"/>
                <a:gd name="connsiteX2" fmla="*/ 124373 w 248746"/>
                <a:gd name="connsiteY2" fmla="*/ 0 h 697873"/>
                <a:gd name="connsiteX3" fmla="*/ 248747 w 248746"/>
                <a:gd name="connsiteY3" fmla="*/ 0 h 697873"/>
                <a:gd name="connsiteX4" fmla="*/ 248747 w 248746"/>
                <a:gd name="connsiteY4" fmla="*/ 348937 h 697873"/>
                <a:gd name="connsiteX5" fmla="*/ 248747 w 248746"/>
                <a:gd name="connsiteY5" fmla="*/ 697873 h 697873"/>
                <a:gd name="connsiteX6" fmla="*/ 124373 w 248746"/>
                <a:gd name="connsiteY6" fmla="*/ 697873 h 697873"/>
                <a:gd name="connsiteX7" fmla="*/ 0 w 248746"/>
                <a:gd name="connsiteY7" fmla="*/ 697873 h 697873"/>
                <a:gd name="connsiteX8" fmla="*/ 0 w 248746"/>
                <a:gd name="connsiteY8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746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348937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6699FF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B6B2727A-D317-1430-3217-75F2B7839C2B}"/>
                </a:ext>
              </a:extLst>
            </p:cNvPr>
            <p:cNvSpPr/>
            <p:nvPr/>
          </p:nvSpPr>
          <p:spPr>
            <a:xfrm>
              <a:off x="6731258" y="4029175"/>
              <a:ext cx="386371" cy="416064"/>
            </a:xfrm>
            <a:custGeom>
              <a:avLst/>
              <a:gdLst>
                <a:gd name="connsiteX0" fmla="*/ 0 w 670234"/>
                <a:gd name="connsiteY0" fmla="*/ 348937 h 698564"/>
                <a:gd name="connsiteX1" fmla="*/ 0 w 670234"/>
                <a:gd name="connsiteY1" fmla="*/ 0 h 698564"/>
                <a:gd name="connsiteX2" fmla="*/ 261184 w 670234"/>
                <a:gd name="connsiteY2" fmla="*/ 2073 h 698564"/>
                <a:gd name="connsiteX3" fmla="*/ 557607 w 670234"/>
                <a:gd name="connsiteY3" fmla="*/ 20729 h 698564"/>
                <a:gd name="connsiteX4" fmla="*/ 650197 w 670234"/>
                <a:gd name="connsiteY4" fmla="*/ 119537 h 698564"/>
                <a:gd name="connsiteX5" fmla="*/ 637068 w 670234"/>
                <a:gd name="connsiteY5" fmla="*/ 288822 h 698564"/>
                <a:gd name="connsiteX6" fmla="*/ 608048 w 670234"/>
                <a:gd name="connsiteY6" fmla="*/ 325444 h 698564"/>
                <a:gd name="connsiteX7" fmla="*/ 619794 w 670234"/>
                <a:gd name="connsiteY7" fmla="*/ 355156 h 698564"/>
                <a:gd name="connsiteX8" fmla="*/ 670235 w 670234"/>
                <a:gd name="connsiteY8" fmla="*/ 498185 h 698564"/>
                <a:gd name="connsiteX9" fmla="*/ 607357 w 670234"/>
                <a:gd name="connsiteY9" fmla="*/ 657106 h 698564"/>
                <a:gd name="connsiteX10" fmla="*/ 254275 w 670234"/>
                <a:gd name="connsiteY10" fmla="*/ 698564 h 698564"/>
                <a:gd name="connsiteX11" fmla="*/ 0 w 670234"/>
                <a:gd name="connsiteY11" fmla="*/ 698564 h 698564"/>
                <a:gd name="connsiteX12" fmla="*/ 0 w 670234"/>
                <a:gd name="connsiteY12" fmla="*/ 348937 h 698564"/>
                <a:gd name="connsiteX13" fmla="*/ 399377 w 670234"/>
                <a:gd name="connsiteY13" fmla="*/ 494039 h 698564"/>
                <a:gd name="connsiteX14" fmla="*/ 402832 w 670234"/>
                <a:gd name="connsiteY14" fmla="*/ 448436 h 698564"/>
                <a:gd name="connsiteX15" fmla="*/ 319916 w 670234"/>
                <a:gd name="connsiteY15" fmla="*/ 435998 h 698564"/>
                <a:gd name="connsiteX16" fmla="*/ 248747 w 670234"/>
                <a:gd name="connsiteY16" fmla="*/ 435998 h 698564"/>
                <a:gd name="connsiteX17" fmla="*/ 248747 w 670234"/>
                <a:gd name="connsiteY17" fmla="*/ 470546 h 698564"/>
                <a:gd name="connsiteX18" fmla="*/ 248747 w 670234"/>
                <a:gd name="connsiteY18" fmla="*/ 505094 h 698564"/>
                <a:gd name="connsiteX19" fmla="*/ 316461 w 670234"/>
                <a:gd name="connsiteY19" fmla="*/ 505094 h 698564"/>
                <a:gd name="connsiteX20" fmla="*/ 399377 w 670234"/>
                <a:gd name="connsiteY20" fmla="*/ 494039 h 698564"/>
                <a:gd name="connsiteX21" fmla="*/ 386940 w 670234"/>
                <a:gd name="connsiteY21" fmla="*/ 242528 h 698564"/>
                <a:gd name="connsiteX22" fmla="*/ 385558 w 670234"/>
                <a:gd name="connsiteY22" fmla="*/ 201070 h 698564"/>
                <a:gd name="connsiteX23" fmla="*/ 309552 w 670234"/>
                <a:gd name="connsiteY23" fmla="*/ 187251 h 698564"/>
                <a:gd name="connsiteX24" fmla="*/ 248747 w 670234"/>
                <a:gd name="connsiteY24" fmla="*/ 187251 h 698564"/>
                <a:gd name="connsiteX25" fmla="*/ 248747 w 670234"/>
                <a:gd name="connsiteY25" fmla="*/ 221799 h 698564"/>
                <a:gd name="connsiteX26" fmla="*/ 248747 w 670234"/>
                <a:gd name="connsiteY26" fmla="*/ 256347 h 698564"/>
                <a:gd name="connsiteX27" fmla="*/ 310934 w 670234"/>
                <a:gd name="connsiteY27" fmla="*/ 256347 h 698564"/>
                <a:gd name="connsiteX28" fmla="*/ 386940 w 670234"/>
                <a:gd name="connsiteY28" fmla="*/ 242528 h 69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70234" h="698564">
                  <a:moveTo>
                    <a:pt x="0" y="348937"/>
                  </a:moveTo>
                  <a:lnTo>
                    <a:pt x="0" y="0"/>
                  </a:lnTo>
                  <a:lnTo>
                    <a:pt x="261184" y="2073"/>
                  </a:lnTo>
                  <a:cubicBezTo>
                    <a:pt x="518223" y="4146"/>
                    <a:pt x="522368" y="4146"/>
                    <a:pt x="557607" y="20729"/>
                  </a:cubicBezTo>
                  <a:cubicBezTo>
                    <a:pt x="602520" y="40767"/>
                    <a:pt x="639141" y="80152"/>
                    <a:pt x="650197" y="119537"/>
                  </a:cubicBezTo>
                  <a:cubicBezTo>
                    <a:pt x="661944" y="164449"/>
                    <a:pt x="655034" y="253583"/>
                    <a:pt x="637068" y="288822"/>
                  </a:cubicBezTo>
                  <a:cubicBezTo>
                    <a:pt x="628777" y="304715"/>
                    <a:pt x="615649" y="321298"/>
                    <a:pt x="608048" y="325444"/>
                  </a:cubicBezTo>
                  <a:cubicBezTo>
                    <a:pt x="594920" y="332353"/>
                    <a:pt x="595610" y="333735"/>
                    <a:pt x="619794" y="355156"/>
                  </a:cubicBezTo>
                  <a:cubicBezTo>
                    <a:pt x="658489" y="389012"/>
                    <a:pt x="670235" y="421488"/>
                    <a:pt x="670235" y="498185"/>
                  </a:cubicBezTo>
                  <a:cubicBezTo>
                    <a:pt x="670235" y="579719"/>
                    <a:pt x="652961" y="623940"/>
                    <a:pt x="607357" y="657106"/>
                  </a:cubicBezTo>
                  <a:cubicBezTo>
                    <a:pt x="552771" y="696491"/>
                    <a:pt x="534806" y="698564"/>
                    <a:pt x="254275" y="698564"/>
                  </a:cubicBezTo>
                  <a:lnTo>
                    <a:pt x="0" y="698564"/>
                  </a:lnTo>
                  <a:lnTo>
                    <a:pt x="0" y="348937"/>
                  </a:lnTo>
                  <a:close/>
                  <a:moveTo>
                    <a:pt x="399377" y="494039"/>
                  </a:moveTo>
                  <a:cubicBezTo>
                    <a:pt x="417342" y="481601"/>
                    <a:pt x="418724" y="465710"/>
                    <a:pt x="402832" y="448436"/>
                  </a:cubicBezTo>
                  <a:cubicBezTo>
                    <a:pt x="393159" y="438071"/>
                    <a:pt x="380721" y="435998"/>
                    <a:pt x="319916" y="435998"/>
                  </a:cubicBezTo>
                  <a:lnTo>
                    <a:pt x="248747" y="435998"/>
                  </a:lnTo>
                  <a:lnTo>
                    <a:pt x="248747" y="470546"/>
                  </a:lnTo>
                  <a:lnTo>
                    <a:pt x="248747" y="505094"/>
                  </a:lnTo>
                  <a:lnTo>
                    <a:pt x="316461" y="505094"/>
                  </a:lnTo>
                  <a:cubicBezTo>
                    <a:pt x="366211" y="505094"/>
                    <a:pt x="387630" y="502330"/>
                    <a:pt x="399377" y="494039"/>
                  </a:cubicBezTo>
                  <a:close/>
                  <a:moveTo>
                    <a:pt x="386940" y="242528"/>
                  </a:moveTo>
                  <a:cubicBezTo>
                    <a:pt x="404214" y="225254"/>
                    <a:pt x="404214" y="219035"/>
                    <a:pt x="385558" y="201070"/>
                  </a:cubicBezTo>
                  <a:cubicBezTo>
                    <a:pt x="373120" y="189324"/>
                    <a:pt x="361374" y="187251"/>
                    <a:pt x="309552" y="187251"/>
                  </a:cubicBezTo>
                  <a:lnTo>
                    <a:pt x="248747" y="187251"/>
                  </a:lnTo>
                  <a:lnTo>
                    <a:pt x="248747" y="221799"/>
                  </a:lnTo>
                  <a:lnTo>
                    <a:pt x="248747" y="256347"/>
                  </a:lnTo>
                  <a:lnTo>
                    <a:pt x="310934" y="256347"/>
                  </a:lnTo>
                  <a:cubicBezTo>
                    <a:pt x="364138" y="256347"/>
                    <a:pt x="375193" y="254274"/>
                    <a:pt x="386940" y="242528"/>
                  </a:cubicBez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6699FF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4CA9C40C-33F1-67C4-6549-55BD4AC39D1F}"/>
                </a:ext>
              </a:extLst>
            </p:cNvPr>
            <p:cNvSpPr/>
            <p:nvPr/>
          </p:nvSpPr>
          <p:spPr>
            <a:xfrm>
              <a:off x="7217208" y="4029587"/>
              <a:ext cx="398321" cy="415653"/>
            </a:xfrm>
            <a:custGeom>
              <a:avLst/>
              <a:gdLst>
                <a:gd name="connsiteX0" fmla="*/ 0 w 690963"/>
                <a:gd name="connsiteY0" fmla="*/ 348937 h 697873"/>
                <a:gd name="connsiteX1" fmla="*/ 0 w 690963"/>
                <a:gd name="connsiteY1" fmla="*/ 0 h 697873"/>
                <a:gd name="connsiteX2" fmla="*/ 124373 w 690963"/>
                <a:gd name="connsiteY2" fmla="*/ 0 h 697873"/>
                <a:gd name="connsiteX3" fmla="*/ 248747 w 690963"/>
                <a:gd name="connsiteY3" fmla="*/ 0 h 697873"/>
                <a:gd name="connsiteX4" fmla="*/ 248747 w 690963"/>
                <a:gd name="connsiteY4" fmla="*/ 120919 h 697873"/>
                <a:gd name="connsiteX5" fmla="*/ 248747 w 690963"/>
                <a:gd name="connsiteY5" fmla="*/ 241837 h 697873"/>
                <a:gd name="connsiteX6" fmla="*/ 345482 w 690963"/>
                <a:gd name="connsiteY6" fmla="*/ 241837 h 697873"/>
                <a:gd name="connsiteX7" fmla="*/ 442217 w 690963"/>
                <a:gd name="connsiteY7" fmla="*/ 241837 h 697873"/>
                <a:gd name="connsiteX8" fmla="*/ 442217 w 690963"/>
                <a:gd name="connsiteY8" fmla="*/ 120919 h 697873"/>
                <a:gd name="connsiteX9" fmla="*/ 442217 w 690963"/>
                <a:gd name="connsiteY9" fmla="*/ 0 h 697873"/>
                <a:gd name="connsiteX10" fmla="*/ 566590 w 690963"/>
                <a:gd name="connsiteY10" fmla="*/ 0 h 697873"/>
                <a:gd name="connsiteX11" fmla="*/ 690964 w 690963"/>
                <a:gd name="connsiteY11" fmla="*/ 0 h 697873"/>
                <a:gd name="connsiteX12" fmla="*/ 690964 w 690963"/>
                <a:gd name="connsiteY12" fmla="*/ 348937 h 697873"/>
                <a:gd name="connsiteX13" fmla="*/ 690964 w 690963"/>
                <a:gd name="connsiteY13" fmla="*/ 697873 h 697873"/>
                <a:gd name="connsiteX14" fmla="*/ 566590 w 690963"/>
                <a:gd name="connsiteY14" fmla="*/ 697873 h 697873"/>
                <a:gd name="connsiteX15" fmla="*/ 442217 w 690963"/>
                <a:gd name="connsiteY15" fmla="*/ 697873 h 697873"/>
                <a:gd name="connsiteX16" fmla="*/ 442217 w 690963"/>
                <a:gd name="connsiteY16" fmla="*/ 573500 h 697873"/>
                <a:gd name="connsiteX17" fmla="*/ 442217 w 690963"/>
                <a:gd name="connsiteY17" fmla="*/ 449126 h 697873"/>
                <a:gd name="connsiteX18" fmla="*/ 345482 w 690963"/>
                <a:gd name="connsiteY18" fmla="*/ 449126 h 697873"/>
                <a:gd name="connsiteX19" fmla="*/ 248747 w 690963"/>
                <a:gd name="connsiteY19" fmla="*/ 449126 h 697873"/>
                <a:gd name="connsiteX20" fmla="*/ 248747 w 690963"/>
                <a:gd name="connsiteY20" fmla="*/ 573500 h 697873"/>
                <a:gd name="connsiteX21" fmla="*/ 248747 w 690963"/>
                <a:gd name="connsiteY21" fmla="*/ 697873 h 697873"/>
                <a:gd name="connsiteX22" fmla="*/ 124373 w 690963"/>
                <a:gd name="connsiteY22" fmla="*/ 697873 h 697873"/>
                <a:gd name="connsiteX23" fmla="*/ 0 w 690963"/>
                <a:gd name="connsiteY23" fmla="*/ 697873 h 697873"/>
                <a:gd name="connsiteX24" fmla="*/ 0 w 690963"/>
                <a:gd name="connsiteY24" fmla="*/ 348937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0963" h="697873">
                  <a:moveTo>
                    <a:pt x="0" y="348937"/>
                  </a:moveTo>
                  <a:lnTo>
                    <a:pt x="0" y="0"/>
                  </a:lnTo>
                  <a:lnTo>
                    <a:pt x="124373" y="0"/>
                  </a:lnTo>
                  <a:lnTo>
                    <a:pt x="248747" y="0"/>
                  </a:lnTo>
                  <a:lnTo>
                    <a:pt x="248747" y="120919"/>
                  </a:lnTo>
                  <a:lnTo>
                    <a:pt x="248747" y="241837"/>
                  </a:lnTo>
                  <a:lnTo>
                    <a:pt x="345482" y="241837"/>
                  </a:lnTo>
                  <a:lnTo>
                    <a:pt x="442217" y="241837"/>
                  </a:lnTo>
                  <a:lnTo>
                    <a:pt x="442217" y="120919"/>
                  </a:lnTo>
                  <a:lnTo>
                    <a:pt x="442217" y="0"/>
                  </a:lnTo>
                  <a:lnTo>
                    <a:pt x="566590" y="0"/>
                  </a:lnTo>
                  <a:lnTo>
                    <a:pt x="690964" y="0"/>
                  </a:lnTo>
                  <a:lnTo>
                    <a:pt x="690964" y="348937"/>
                  </a:lnTo>
                  <a:lnTo>
                    <a:pt x="690964" y="697873"/>
                  </a:lnTo>
                  <a:lnTo>
                    <a:pt x="566590" y="697873"/>
                  </a:lnTo>
                  <a:lnTo>
                    <a:pt x="442217" y="697873"/>
                  </a:lnTo>
                  <a:lnTo>
                    <a:pt x="442217" y="573500"/>
                  </a:lnTo>
                  <a:lnTo>
                    <a:pt x="442217" y="449126"/>
                  </a:lnTo>
                  <a:lnTo>
                    <a:pt x="345482" y="449126"/>
                  </a:lnTo>
                  <a:lnTo>
                    <a:pt x="248747" y="449126"/>
                  </a:lnTo>
                  <a:lnTo>
                    <a:pt x="248747" y="573500"/>
                  </a:lnTo>
                  <a:lnTo>
                    <a:pt x="248747" y="697873"/>
                  </a:lnTo>
                  <a:lnTo>
                    <a:pt x="124373" y="697873"/>
                  </a:lnTo>
                  <a:lnTo>
                    <a:pt x="0" y="697873"/>
                  </a:lnTo>
                  <a:lnTo>
                    <a:pt x="0" y="348937"/>
                  </a:ln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>
                <a:solidFill>
                  <a:srgbClr val="6699FF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36058A25-3759-D6FC-CC0A-DF0E199C3125}"/>
                </a:ext>
              </a:extLst>
            </p:cNvPr>
            <p:cNvSpPr/>
            <p:nvPr/>
          </p:nvSpPr>
          <p:spPr>
            <a:xfrm>
              <a:off x="7699178" y="4029587"/>
              <a:ext cx="438153" cy="415653"/>
            </a:xfrm>
            <a:custGeom>
              <a:avLst/>
              <a:gdLst>
                <a:gd name="connsiteX0" fmla="*/ 0 w 760060"/>
                <a:gd name="connsiteY0" fmla="*/ 676454 h 697873"/>
                <a:gd name="connsiteX1" fmla="*/ 231473 w 760060"/>
                <a:gd name="connsiteY1" fmla="*/ 22802 h 697873"/>
                <a:gd name="connsiteX2" fmla="*/ 241147 w 760060"/>
                <a:gd name="connsiteY2" fmla="*/ 0 h 697873"/>
                <a:gd name="connsiteX3" fmla="*/ 382103 w 760060"/>
                <a:gd name="connsiteY3" fmla="*/ 0 h 697873"/>
                <a:gd name="connsiteX4" fmla="*/ 523059 w 760060"/>
                <a:gd name="connsiteY4" fmla="*/ 0 h 697873"/>
                <a:gd name="connsiteX5" fmla="*/ 641905 w 760060"/>
                <a:gd name="connsiteY5" fmla="*/ 326826 h 697873"/>
                <a:gd name="connsiteX6" fmla="*/ 760060 w 760060"/>
                <a:gd name="connsiteY6" fmla="*/ 675763 h 697873"/>
                <a:gd name="connsiteX7" fmla="*/ 760060 w 760060"/>
                <a:gd name="connsiteY7" fmla="*/ 697873 h 697873"/>
                <a:gd name="connsiteX8" fmla="*/ 629468 w 760060"/>
                <a:gd name="connsiteY8" fmla="*/ 697873 h 697873"/>
                <a:gd name="connsiteX9" fmla="*/ 498875 w 760060"/>
                <a:gd name="connsiteY9" fmla="*/ 697873 h 697873"/>
                <a:gd name="connsiteX10" fmla="*/ 485748 w 760060"/>
                <a:gd name="connsiteY10" fmla="*/ 655034 h 697873"/>
                <a:gd name="connsiteX11" fmla="*/ 472619 w 760060"/>
                <a:gd name="connsiteY11" fmla="*/ 611503 h 697873"/>
                <a:gd name="connsiteX12" fmla="*/ 376575 w 760060"/>
                <a:gd name="connsiteY12" fmla="*/ 611503 h 697873"/>
                <a:gd name="connsiteX13" fmla="*/ 280531 w 760060"/>
                <a:gd name="connsiteY13" fmla="*/ 611503 h 697873"/>
                <a:gd name="connsiteX14" fmla="*/ 268094 w 760060"/>
                <a:gd name="connsiteY14" fmla="*/ 655034 h 697873"/>
                <a:gd name="connsiteX15" fmla="*/ 254966 w 760060"/>
                <a:gd name="connsiteY15" fmla="*/ 697873 h 697873"/>
                <a:gd name="connsiteX16" fmla="*/ 127828 w 760060"/>
                <a:gd name="connsiteY16" fmla="*/ 697873 h 697873"/>
                <a:gd name="connsiteX17" fmla="*/ 0 w 760060"/>
                <a:gd name="connsiteY17" fmla="*/ 697873 h 697873"/>
                <a:gd name="connsiteX18" fmla="*/ 0 w 760060"/>
                <a:gd name="connsiteY18" fmla="*/ 676454 h 697873"/>
                <a:gd name="connsiteX19" fmla="*/ 413887 w 760060"/>
                <a:gd name="connsiteY19" fmla="*/ 409742 h 697873"/>
                <a:gd name="connsiteX20" fmla="*/ 395231 w 760060"/>
                <a:gd name="connsiteY20" fmla="*/ 346863 h 697873"/>
                <a:gd name="connsiteX21" fmla="*/ 376575 w 760060"/>
                <a:gd name="connsiteY21" fmla="*/ 289514 h 697873"/>
                <a:gd name="connsiteX22" fmla="*/ 358610 w 760060"/>
                <a:gd name="connsiteY22" fmla="*/ 351701 h 697873"/>
                <a:gd name="connsiteX23" fmla="*/ 339954 w 760060"/>
                <a:gd name="connsiteY23" fmla="*/ 414578 h 697873"/>
                <a:gd name="connsiteX24" fmla="*/ 377266 w 760060"/>
                <a:gd name="connsiteY24" fmla="*/ 414578 h 697873"/>
                <a:gd name="connsiteX25" fmla="*/ 413887 w 760060"/>
                <a:gd name="connsiteY25" fmla="*/ 409742 h 69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0060" h="697873">
                  <a:moveTo>
                    <a:pt x="0" y="676454"/>
                  </a:moveTo>
                  <a:cubicBezTo>
                    <a:pt x="0" y="659870"/>
                    <a:pt x="192088" y="118846"/>
                    <a:pt x="231473" y="22802"/>
                  </a:cubicBezTo>
                  <a:lnTo>
                    <a:pt x="241147" y="0"/>
                  </a:lnTo>
                  <a:lnTo>
                    <a:pt x="382103" y="0"/>
                  </a:lnTo>
                  <a:lnTo>
                    <a:pt x="523059" y="0"/>
                  </a:lnTo>
                  <a:lnTo>
                    <a:pt x="641905" y="326826"/>
                  </a:lnTo>
                  <a:cubicBezTo>
                    <a:pt x="706856" y="505785"/>
                    <a:pt x="760060" y="663325"/>
                    <a:pt x="760060" y="675763"/>
                  </a:cubicBezTo>
                  <a:lnTo>
                    <a:pt x="760060" y="697873"/>
                  </a:lnTo>
                  <a:lnTo>
                    <a:pt x="629468" y="697873"/>
                  </a:lnTo>
                  <a:lnTo>
                    <a:pt x="498875" y="697873"/>
                  </a:lnTo>
                  <a:lnTo>
                    <a:pt x="485748" y="655034"/>
                  </a:lnTo>
                  <a:lnTo>
                    <a:pt x="472619" y="611503"/>
                  </a:lnTo>
                  <a:lnTo>
                    <a:pt x="376575" y="611503"/>
                  </a:lnTo>
                  <a:lnTo>
                    <a:pt x="280531" y="611503"/>
                  </a:lnTo>
                  <a:lnTo>
                    <a:pt x="268094" y="655034"/>
                  </a:lnTo>
                  <a:lnTo>
                    <a:pt x="254966" y="697873"/>
                  </a:lnTo>
                  <a:lnTo>
                    <a:pt x="127828" y="697873"/>
                  </a:lnTo>
                  <a:lnTo>
                    <a:pt x="0" y="697873"/>
                  </a:lnTo>
                  <a:lnTo>
                    <a:pt x="0" y="676454"/>
                  </a:lnTo>
                  <a:close/>
                  <a:moveTo>
                    <a:pt x="413887" y="409742"/>
                  </a:moveTo>
                  <a:cubicBezTo>
                    <a:pt x="413887" y="406287"/>
                    <a:pt x="404905" y="378648"/>
                    <a:pt x="395231" y="346863"/>
                  </a:cubicBezTo>
                  <a:lnTo>
                    <a:pt x="376575" y="289514"/>
                  </a:lnTo>
                  <a:lnTo>
                    <a:pt x="358610" y="351701"/>
                  </a:lnTo>
                  <a:lnTo>
                    <a:pt x="339954" y="414578"/>
                  </a:lnTo>
                  <a:lnTo>
                    <a:pt x="377266" y="414578"/>
                  </a:lnTo>
                  <a:cubicBezTo>
                    <a:pt x="397995" y="414578"/>
                    <a:pt x="414578" y="412505"/>
                    <a:pt x="413887" y="409742"/>
                  </a:cubicBez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6699FF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02DDFE3E-9B18-34CA-A3B1-D0E6AE497034}"/>
                </a:ext>
              </a:extLst>
            </p:cNvPr>
            <p:cNvSpPr/>
            <p:nvPr/>
          </p:nvSpPr>
          <p:spPr>
            <a:xfrm>
              <a:off x="5351074" y="1540301"/>
              <a:ext cx="1671086" cy="2057171"/>
            </a:xfrm>
            <a:custGeom>
              <a:avLst/>
              <a:gdLst>
                <a:gd name="connsiteX0" fmla="*/ 801518 w 2898816"/>
                <a:gd name="connsiteY0" fmla="*/ 3447047 h 3453956"/>
                <a:gd name="connsiteX1" fmla="*/ 398686 w 2898816"/>
                <a:gd name="connsiteY1" fmla="*/ 3440137 h 3453956"/>
                <a:gd name="connsiteX2" fmla="*/ 0 w 2898816"/>
                <a:gd name="connsiteY2" fmla="*/ 3440137 h 3453956"/>
                <a:gd name="connsiteX3" fmla="*/ 0 w 2898816"/>
                <a:gd name="connsiteY3" fmla="*/ 1721019 h 3453956"/>
                <a:gd name="connsiteX4" fmla="*/ 0 w 2898816"/>
                <a:gd name="connsiteY4" fmla="*/ 2592 h 3453956"/>
                <a:gd name="connsiteX5" fmla="*/ 856795 w 2898816"/>
                <a:gd name="connsiteY5" fmla="*/ 520 h 3453956"/>
                <a:gd name="connsiteX6" fmla="*/ 1996194 w 2898816"/>
                <a:gd name="connsiteY6" fmla="*/ 23321 h 3453956"/>
                <a:gd name="connsiteX7" fmla="*/ 2698213 w 2898816"/>
                <a:gd name="connsiteY7" fmla="*/ 483503 h 3453956"/>
                <a:gd name="connsiteX8" fmla="*/ 2888228 w 2898816"/>
                <a:gd name="connsiteY8" fmla="*/ 970632 h 3453956"/>
                <a:gd name="connsiteX9" fmla="*/ 2885464 w 2898816"/>
                <a:gd name="connsiteY9" fmla="*/ 1415613 h 3453956"/>
                <a:gd name="connsiteX10" fmla="*/ 2508198 w 2898816"/>
                <a:gd name="connsiteY10" fmla="*/ 2096903 h 3453956"/>
                <a:gd name="connsiteX11" fmla="*/ 1982375 w 2898816"/>
                <a:gd name="connsiteY11" fmla="*/ 2320776 h 3453956"/>
                <a:gd name="connsiteX12" fmla="*/ 1372254 w 2898816"/>
                <a:gd name="connsiteY12" fmla="*/ 2338741 h 3453956"/>
                <a:gd name="connsiteX13" fmla="*/ 1350834 w 2898816"/>
                <a:gd name="connsiteY13" fmla="*/ 2168764 h 3453956"/>
                <a:gd name="connsiteX14" fmla="*/ 1350834 w 2898816"/>
                <a:gd name="connsiteY14" fmla="*/ 2023661 h 3453956"/>
                <a:gd name="connsiteX15" fmla="*/ 1357053 w 2898816"/>
                <a:gd name="connsiteY15" fmla="*/ 1941436 h 3453956"/>
                <a:gd name="connsiteX16" fmla="*/ 1617546 w 2898816"/>
                <a:gd name="connsiteY16" fmla="*/ 1935909 h 3453956"/>
                <a:gd name="connsiteX17" fmla="*/ 1865602 w 2898816"/>
                <a:gd name="connsiteY17" fmla="*/ 1936600 h 3453956"/>
                <a:gd name="connsiteX18" fmla="*/ 1927789 w 2898816"/>
                <a:gd name="connsiteY18" fmla="*/ 1917944 h 3453956"/>
                <a:gd name="connsiteX19" fmla="*/ 2385207 w 2898816"/>
                <a:gd name="connsiteY19" fmla="*/ 1567625 h 3453956"/>
                <a:gd name="connsiteX20" fmla="*/ 2484015 w 2898816"/>
                <a:gd name="connsiteY20" fmla="*/ 1168248 h 3453956"/>
                <a:gd name="connsiteX21" fmla="*/ 2449467 w 2898816"/>
                <a:gd name="connsiteY21" fmla="*/ 927102 h 3453956"/>
                <a:gd name="connsiteX22" fmla="*/ 2343058 w 2898816"/>
                <a:gd name="connsiteY22" fmla="*/ 719122 h 3453956"/>
                <a:gd name="connsiteX23" fmla="*/ 1918806 w 2898816"/>
                <a:gd name="connsiteY23" fmla="*/ 450337 h 3453956"/>
                <a:gd name="connsiteX24" fmla="*/ 1844873 w 2898816"/>
                <a:gd name="connsiteY24" fmla="*/ 432372 h 3453956"/>
                <a:gd name="connsiteX25" fmla="*/ 1143545 w 2898816"/>
                <a:gd name="connsiteY25" fmla="*/ 434445 h 3453956"/>
                <a:gd name="connsiteX26" fmla="*/ 437380 w 2898816"/>
                <a:gd name="connsiteY26" fmla="*/ 439282 h 3453956"/>
                <a:gd name="connsiteX27" fmla="*/ 438071 w 2898816"/>
                <a:gd name="connsiteY27" fmla="*/ 2934352 h 3453956"/>
                <a:gd name="connsiteX28" fmla="*/ 438762 w 2898816"/>
                <a:gd name="connsiteY28" fmla="*/ 3046288 h 3453956"/>
                <a:gd name="connsiteX29" fmla="*/ 565208 w 2898816"/>
                <a:gd name="connsiteY29" fmla="*/ 3046288 h 3453956"/>
                <a:gd name="connsiteX30" fmla="*/ 690964 w 2898816"/>
                <a:gd name="connsiteY30" fmla="*/ 3046288 h 3453956"/>
                <a:gd name="connsiteX31" fmla="*/ 689582 w 2898816"/>
                <a:gd name="connsiteY31" fmla="*/ 2971664 h 3453956"/>
                <a:gd name="connsiteX32" fmla="*/ 683363 w 2898816"/>
                <a:gd name="connsiteY32" fmla="*/ 748142 h 3453956"/>
                <a:gd name="connsiteX33" fmla="*/ 782862 w 2898816"/>
                <a:gd name="connsiteY33" fmla="*/ 752979 h 3453956"/>
                <a:gd name="connsiteX34" fmla="*/ 925891 w 2898816"/>
                <a:gd name="connsiteY34" fmla="*/ 829676 h 3453956"/>
                <a:gd name="connsiteX35" fmla="*/ 1050265 w 2898816"/>
                <a:gd name="connsiteY35" fmla="*/ 897390 h 3453956"/>
                <a:gd name="connsiteX36" fmla="*/ 1216096 w 2898816"/>
                <a:gd name="connsiteY36" fmla="*/ 983761 h 3453956"/>
                <a:gd name="connsiteX37" fmla="*/ 1422003 w 2898816"/>
                <a:gd name="connsiteY37" fmla="*/ 1091551 h 3453956"/>
                <a:gd name="connsiteX38" fmla="*/ 1487645 w 2898816"/>
                <a:gd name="connsiteY38" fmla="*/ 1125409 h 3453956"/>
                <a:gd name="connsiteX39" fmla="*/ 1518738 w 2898816"/>
                <a:gd name="connsiteY39" fmla="*/ 1142683 h 3453956"/>
                <a:gd name="connsiteX40" fmla="*/ 1544304 w 2898816"/>
                <a:gd name="connsiteY40" fmla="*/ 1188977 h 3453956"/>
                <a:gd name="connsiteX41" fmla="*/ 1544304 w 2898816"/>
                <a:gd name="connsiteY41" fmla="*/ 1217307 h 3453956"/>
                <a:gd name="connsiteX42" fmla="*/ 1466225 w 2898816"/>
                <a:gd name="connsiteY42" fmla="*/ 1213852 h 3453956"/>
                <a:gd name="connsiteX43" fmla="*/ 1288647 w 2898816"/>
                <a:gd name="connsiteY43" fmla="*/ 1170321 h 3453956"/>
                <a:gd name="connsiteX44" fmla="*/ 1149073 w 2898816"/>
                <a:gd name="connsiteY44" fmla="*/ 1110207 h 3453956"/>
                <a:gd name="connsiteX45" fmla="*/ 1108997 w 2898816"/>
                <a:gd name="connsiteY45" fmla="*/ 1090860 h 3453956"/>
                <a:gd name="connsiteX46" fmla="*/ 1108997 w 2898816"/>
                <a:gd name="connsiteY46" fmla="*/ 2265499 h 3453956"/>
                <a:gd name="connsiteX47" fmla="*/ 1108997 w 2898816"/>
                <a:gd name="connsiteY47" fmla="*/ 3440137 h 3453956"/>
                <a:gd name="connsiteX48" fmla="*/ 994988 w 2898816"/>
                <a:gd name="connsiteY48" fmla="*/ 3440137 h 3453956"/>
                <a:gd name="connsiteX49" fmla="*/ 880979 w 2898816"/>
                <a:gd name="connsiteY49" fmla="*/ 3447047 h 3453956"/>
                <a:gd name="connsiteX50" fmla="*/ 843667 w 2898816"/>
                <a:gd name="connsiteY50" fmla="*/ 3453956 h 3453956"/>
                <a:gd name="connsiteX51" fmla="*/ 801518 w 2898816"/>
                <a:gd name="connsiteY51" fmla="*/ 3447047 h 345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898816" h="3453956">
                  <a:moveTo>
                    <a:pt x="801518" y="3447047"/>
                  </a:moveTo>
                  <a:cubicBezTo>
                    <a:pt x="798754" y="3442901"/>
                    <a:pt x="657106" y="3440137"/>
                    <a:pt x="398686" y="3440137"/>
                  </a:cubicBezTo>
                  <a:lnTo>
                    <a:pt x="0" y="3440137"/>
                  </a:lnTo>
                  <a:lnTo>
                    <a:pt x="0" y="1721019"/>
                  </a:lnTo>
                  <a:lnTo>
                    <a:pt x="0" y="2592"/>
                  </a:lnTo>
                  <a:lnTo>
                    <a:pt x="856795" y="520"/>
                  </a:lnTo>
                  <a:cubicBezTo>
                    <a:pt x="1719809" y="-1553"/>
                    <a:pt x="1884949" y="1901"/>
                    <a:pt x="1996194" y="23321"/>
                  </a:cubicBezTo>
                  <a:cubicBezTo>
                    <a:pt x="2294000" y="80671"/>
                    <a:pt x="2533764" y="238211"/>
                    <a:pt x="2698213" y="483503"/>
                  </a:cubicBezTo>
                  <a:cubicBezTo>
                    <a:pt x="2803931" y="641734"/>
                    <a:pt x="2863354" y="794437"/>
                    <a:pt x="2888228" y="970632"/>
                  </a:cubicBezTo>
                  <a:cubicBezTo>
                    <a:pt x="2903430" y="1079805"/>
                    <a:pt x="2902048" y="1313351"/>
                    <a:pt x="2885464" y="1415613"/>
                  </a:cubicBezTo>
                  <a:cubicBezTo>
                    <a:pt x="2838479" y="1703745"/>
                    <a:pt x="2718252" y="1920708"/>
                    <a:pt x="2508198" y="2096903"/>
                  </a:cubicBezTo>
                  <a:cubicBezTo>
                    <a:pt x="2354114" y="2226805"/>
                    <a:pt x="2211775" y="2286918"/>
                    <a:pt x="1982375" y="2320776"/>
                  </a:cubicBezTo>
                  <a:cubicBezTo>
                    <a:pt x="1864220" y="2338741"/>
                    <a:pt x="1400584" y="2351869"/>
                    <a:pt x="1372254" y="2338741"/>
                  </a:cubicBezTo>
                  <a:cubicBezTo>
                    <a:pt x="1346689" y="2326995"/>
                    <a:pt x="1343925" y="2302120"/>
                    <a:pt x="1350834" y="2168764"/>
                  </a:cubicBezTo>
                  <a:cubicBezTo>
                    <a:pt x="1355671" y="2087921"/>
                    <a:pt x="1355671" y="2040245"/>
                    <a:pt x="1350834" y="2023661"/>
                  </a:cubicBezTo>
                  <a:cubicBezTo>
                    <a:pt x="1339779" y="1984276"/>
                    <a:pt x="1341852" y="1949037"/>
                    <a:pt x="1357053" y="1941436"/>
                  </a:cubicBezTo>
                  <a:cubicBezTo>
                    <a:pt x="1364653" y="1936600"/>
                    <a:pt x="1463461" y="1934527"/>
                    <a:pt x="1617546" y="1935909"/>
                  </a:cubicBezTo>
                  <a:lnTo>
                    <a:pt x="1865602" y="1936600"/>
                  </a:lnTo>
                  <a:lnTo>
                    <a:pt x="1927789" y="1917944"/>
                  </a:lnTo>
                  <a:cubicBezTo>
                    <a:pt x="2127478" y="1855757"/>
                    <a:pt x="2281562" y="1738293"/>
                    <a:pt x="2385207" y="1567625"/>
                  </a:cubicBezTo>
                  <a:cubicBezTo>
                    <a:pt x="2450849" y="1459835"/>
                    <a:pt x="2484015" y="1327170"/>
                    <a:pt x="2484015" y="1168248"/>
                  </a:cubicBezTo>
                  <a:cubicBezTo>
                    <a:pt x="2484015" y="1065295"/>
                    <a:pt x="2473650" y="993435"/>
                    <a:pt x="2449467" y="927102"/>
                  </a:cubicBezTo>
                  <a:cubicBezTo>
                    <a:pt x="2428047" y="869752"/>
                    <a:pt x="2378297" y="771635"/>
                    <a:pt x="2343058" y="719122"/>
                  </a:cubicBezTo>
                  <a:cubicBezTo>
                    <a:pt x="2261524" y="596130"/>
                    <a:pt x="2100530" y="494559"/>
                    <a:pt x="1918806" y="450337"/>
                  </a:cubicBezTo>
                  <a:lnTo>
                    <a:pt x="1844873" y="432372"/>
                  </a:lnTo>
                  <a:lnTo>
                    <a:pt x="1143545" y="434445"/>
                  </a:lnTo>
                  <a:cubicBezTo>
                    <a:pt x="757987" y="435136"/>
                    <a:pt x="440144" y="437209"/>
                    <a:pt x="437380" y="439282"/>
                  </a:cubicBezTo>
                  <a:cubicBezTo>
                    <a:pt x="433234" y="441354"/>
                    <a:pt x="433925" y="2165309"/>
                    <a:pt x="438071" y="2934352"/>
                  </a:cubicBezTo>
                  <a:lnTo>
                    <a:pt x="438762" y="3046288"/>
                  </a:lnTo>
                  <a:lnTo>
                    <a:pt x="565208" y="3046288"/>
                  </a:lnTo>
                  <a:lnTo>
                    <a:pt x="690964" y="3046288"/>
                  </a:lnTo>
                  <a:lnTo>
                    <a:pt x="689582" y="2971664"/>
                  </a:lnTo>
                  <a:cubicBezTo>
                    <a:pt x="685436" y="2684223"/>
                    <a:pt x="680599" y="761271"/>
                    <a:pt x="683363" y="748142"/>
                  </a:cubicBezTo>
                  <a:cubicBezTo>
                    <a:pt x="689582" y="723268"/>
                    <a:pt x="731731" y="725341"/>
                    <a:pt x="782862" y="752979"/>
                  </a:cubicBezTo>
                  <a:cubicBezTo>
                    <a:pt x="804282" y="764725"/>
                    <a:pt x="869232" y="799274"/>
                    <a:pt x="925891" y="829676"/>
                  </a:cubicBezTo>
                  <a:cubicBezTo>
                    <a:pt x="983241" y="860078"/>
                    <a:pt x="1039210" y="890481"/>
                    <a:pt x="1050265" y="897390"/>
                  </a:cubicBezTo>
                  <a:cubicBezTo>
                    <a:pt x="1062011" y="903609"/>
                    <a:pt x="1136635" y="942994"/>
                    <a:pt x="1216096" y="983761"/>
                  </a:cubicBezTo>
                  <a:cubicBezTo>
                    <a:pt x="1296248" y="1024528"/>
                    <a:pt x="1388146" y="1073586"/>
                    <a:pt x="1422003" y="1091551"/>
                  </a:cubicBezTo>
                  <a:cubicBezTo>
                    <a:pt x="1455169" y="1110207"/>
                    <a:pt x="1484190" y="1125409"/>
                    <a:pt x="1487645" y="1125409"/>
                  </a:cubicBezTo>
                  <a:cubicBezTo>
                    <a:pt x="1490409" y="1125409"/>
                    <a:pt x="1504228" y="1133009"/>
                    <a:pt x="1518738" y="1142683"/>
                  </a:cubicBezTo>
                  <a:cubicBezTo>
                    <a:pt x="1541540" y="1158575"/>
                    <a:pt x="1544304" y="1164102"/>
                    <a:pt x="1544304" y="1188977"/>
                  </a:cubicBezTo>
                  <a:lnTo>
                    <a:pt x="1544304" y="1217307"/>
                  </a:lnTo>
                  <a:lnTo>
                    <a:pt x="1466225" y="1213852"/>
                  </a:lnTo>
                  <a:cubicBezTo>
                    <a:pt x="1390910" y="1210397"/>
                    <a:pt x="1384692" y="1209015"/>
                    <a:pt x="1288647" y="1170321"/>
                  </a:cubicBezTo>
                  <a:cubicBezTo>
                    <a:pt x="1233370" y="1148210"/>
                    <a:pt x="1170493" y="1121263"/>
                    <a:pt x="1149073" y="1110207"/>
                  </a:cubicBezTo>
                  <a:lnTo>
                    <a:pt x="1108997" y="1090860"/>
                  </a:lnTo>
                  <a:lnTo>
                    <a:pt x="1108997" y="2265499"/>
                  </a:lnTo>
                  <a:lnTo>
                    <a:pt x="1108997" y="3440137"/>
                  </a:lnTo>
                  <a:lnTo>
                    <a:pt x="994988" y="3440137"/>
                  </a:lnTo>
                  <a:cubicBezTo>
                    <a:pt x="923819" y="3440137"/>
                    <a:pt x="880979" y="3442901"/>
                    <a:pt x="880979" y="3447047"/>
                  </a:cubicBezTo>
                  <a:cubicBezTo>
                    <a:pt x="880979" y="3451192"/>
                    <a:pt x="864395" y="3453956"/>
                    <a:pt x="843667" y="3453956"/>
                  </a:cubicBezTo>
                  <a:cubicBezTo>
                    <a:pt x="822938" y="3453956"/>
                    <a:pt x="803591" y="3451192"/>
                    <a:pt x="801518" y="3447047"/>
                  </a:cubicBezTo>
                  <a:close/>
                </a:path>
              </a:pathLst>
            </a:custGeom>
            <a:solidFill>
              <a:srgbClr val="6699FF"/>
            </a:solidFill>
            <a:ln w="690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solidFill>
                  <a:srgbClr val="6699FF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8BE72CB4-A46B-62A3-9DB7-E3A0C925FBA9}"/>
                </a:ext>
              </a:extLst>
            </p:cNvPr>
            <p:cNvSpPr/>
            <p:nvPr/>
          </p:nvSpPr>
          <p:spPr>
            <a:xfrm>
              <a:off x="3484334" y="817334"/>
              <a:ext cx="5223331" cy="5223331"/>
            </a:xfrm>
            <a:prstGeom prst="ellipse">
              <a:avLst/>
            </a:prstGeom>
            <a:noFill/>
            <a:ln w="57150">
              <a:solidFill>
                <a:srgbClr val="66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>
                <a:solidFill>
                  <a:srgbClr val="6699FF"/>
                </a:solidFill>
              </a:endParaRPr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xmlns="" id="{6ECEE49F-1B80-D2F2-F8EA-93506EE818DB}"/>
                </a:ext>
              </a:extLst>
            </p:cNvPr>
            <p:cNvSpPr txBox="1"/>
            <p:nvPr/>
          </p:nvSpPr>
          <p:spPr>
            <a:xfrm>
              <a:off x="4273616" y="4477838"/>
              <a:ext cx="3644637" cy="549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800" b="1" spc="300" dirty="0">
                  <a:solidFill>
                    <a:srgbClr val="6699FF"/>
                  </a:solidFill>
                  <a:latin typeface="Arial Black" panose="020B0A04020102020204" pitchFamily="34" charset="0"/>
                </a:rPr>
                <a:t>SERVICES</a:t>
              </a:r>
              <a:endParaRPr lang="en-IN" sz="4800" b="1" spc="300" dirty="0">
                <a:solidFill>
                  <a:srgbClr val="6699FF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628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481</TotalTime>
  <Words>8</Words>
  <Application>Microsoft Office PowerPoint</Application>
  <PresentationFormat>Custom</PresentationFormat>
  <Paragraphs>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AKHILESH VEMULA</dc:creator>
  <cp:lastModifiedBy>User</cp:lastModifiedBy>
  <cp:revision>103</cp:revision>
  <dcterms:created xsi:type="dcterms:W3CDTF">2024-01-04T10:10:00Z</dcterms:created>
  <dcterms:modified xsi:type="dcterms:W3CDTF">2026-01-12T06:34:28Z</dcterms:modified>
</cp:coreProperties>
</file>